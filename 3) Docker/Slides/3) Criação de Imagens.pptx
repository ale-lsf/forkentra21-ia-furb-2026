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DBA6E-464B-45B8-842E-AD45294919DB}" v="52" dt="2026-06-28T02:05:36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033" autoAdjust="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Delegrego" userId="dda1244064eddf32" providerId="LiveId" clId="{4F6E77E8-3C69-4679-AC7A-0553F3B62C20}"/>
    <pc:docChg chg="undo custSel addSld delSld modSld">
      <pc:chgData name="Henrique Delegrego" userId="dda1244064eddf32" providerId="LiveId" clId="{4F6E77E8-3C69-4679-AC7A-0553F3B62C20}" dt="2026-06-28T02:05:39.333" v="60" actId="47"/>
      <pc:docMkLst>
        <pc:docMk/>
      </pc:docMkLst>
      <pc:sldChg chg="addSp modSp mod">
        <pc:chgData name="Henrique Delegrego" userId="dda1244064eddf32" providerId="LiveId" clId="{4F6E77E8-3C69-4679-AC7A-0553F3B62C20}" dt="2026-06-28T02:04:40.924" v="11" actId="1076"/>
        <pc:sldMkLst>
          <pc:docMk/>
          <pc:sldMk cId="1652101634" sldId="256"/>
        </pc:sldMkLst>
        <pc:spChg chg="mod">
          <ac:chgData name="Henrique Delegrego" userId="dda1244064eddf32" providerId="LiveId" clId="{4F6E77E8-3C69-4679-AC7A-0553F3B62C20}" dt="2026-06-28T02:04:25.553" v="6"/>
          <ac:spMkLst>
            <pc:docMk/>
            <pc:sldMk cId="1652101634" sldId="256"/>
            <ac:spMk id="4" creationId="{7D71ADB2-39B8-1361-2F98-767788A4A80F}"/>
          </ac:spMkLst>
        </pc:spChg>
        <pc:picChg chg="add mod">
          <ac:chgData name="Henrique Delegrego" userId="dda1244064eddf32" providerId="LiveId" clId="{4F6E77E8-3C69-4679-AC7A-0553F3B62C20}" dt="2026-06-28T02:04:40.924" v="11" actId="1076"/>
          <ac:picMkLst>
            <pc:docMk/>
            <pc:sldMk cId="1652101634" sldId="256"/>
            <ac:picMk id="3" creationId="{B2514EC7-D172-4E83-D49F-54A6B69AB736}"/>
          </ac:picMkLst>
        </pc:picChg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3649831290" sldId="280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117627661" sldId="281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2967123101" sldId="282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851762440" sldId="283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1759587024" sldId="284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2594484661" sldId="285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2924426391" sldId="286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1004756910" sldId="287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48796454" sldId="288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225651710" sldId="289"/>
        </pc:sldMkLst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42994092" sldId="290"/>
        </pc:sldMkLst>
      </pc:sldChg>
      <pc:sldChg chg="addSp delSp modSp">
        <pc:chgData name="Henrique Delegrego" userId="dda1244064eddf32" providerId="LiveId" clId="{4F6E77E8-3C69-4679-AC7A-0553F3B62C20}" dt="2026-06-28T02:05:14.856" v="33"/>
        <pc:sldMkLst>
          <pc:docMk/>
          <pc:sldMk cId="571025942" sldId="291"/>
        </pc:sldMkLst>
        <pc:spChg chg="add mod">
          <ac:chgData name="Henrique Delegrego" userId="dda1244064eddf32" providerId="LiveId" clId="{4F6E77E8-3C69-4679-AC7A-0553F3B62C20}" dt="2026-06-28T02:05:14.113" v="31"/>
          <ac:spMkLst>
            <pc:docMk/>
            <pc:sldMk cId="571025942" sldId="291"/>
            <ac:spMk id="2" creationId="{999F229A-F018-74DA-B24A-752B6A0A43F7}"/>
          </ac:spMkLst>
        </pc:spChg>
        <pc:spChg chg="add mod">
          <ac:chgData name="Henrique Delegrego" userId="dda1244064eddf32" providerId="LiveId" clId="{4F6E77E8-3C69-4679-AC7A-0553F3B62C20}" dt="2026-06-28T02:05:14.113" v="31"/>
          <ac:spMkLst>
            <pc:docMk/>
            <pc:sldMk cId="571025942" sldId="291"/>
            <ac:spMk id="3" creationId="{4410000A-1E78-6205-08E9-784AFB8CDDB0}"/>
          </ac:spMkLst>
        </pc:spChg>
        <pc:spChg chg="add mod">
          <ac:chgData name="Henrique Delegrego" userId="dda1244064eddf32" providerId="LiveId" clId="{4F6E77E8-3C69-4679-AC7A-0553F3B62C20}" dt="2026-06-28T02:05:14.851" v="32"/>
          <ac:spMkLst>
            <pc:docMk/>
            <pc:sldMk cId="571025942" sldId="291"/>
            <ac:spMk id="4" creationId="{D7CE6F22-0D31-B86B-7A58-183183287E30}"/>
          </ac:spMkLst>
        </pc:spChg>
        <pc:spChg chg="add mod">
          <ac:chgData name="Henrique Delegrego" userId="dda1244064eddf32" providerId="LiveId" clId="{4F6E77E8-3C69-4679-AC7A-0553F3B62C20}" dt="2026-06-28T02:05:14.856" v="33"/>
          <ac:spMkLst>
            <pc:docMk/>
            <pc:sldMk cId="571025942" sldId="291"/>
            <ac:spMk id="5" creationId="{44C401B4-DE12-E7D5-B435-C169650BCBED}"/>
          </ac:spMkLst>
        </pc:spChg>
        <pc:spChg chg="del">
          <ac:chgData name="Henrique Delegrego" userId="dda1244064eddf32" providerId="LiveId" clId="{4F6E77E8-3C69-4679-AC7A-0553F3B62C20}" dt="2026-06-28T02:04:58.332" v="12" actId="478"/>
          <ac:spMkLst>
            <pc:docMk/>
            <pc:sldMk cId="571025942" sldId="291"/>
            <ac:spMk id="6" creationId="{E033CFC7-39AF-75C5-9FA6-BE938EC1493B}"/>
          </ac:spMkLst>
        </pc:spChg>
        <pc:spChg chg="del">
          <ac:chgData name="Henrique Delegrego" userId="dda1244064eddf32" providerId="LiveId" clId="{4F6E77E8-3C69-4679-AC7A-0553F3B62C20}" dt="2026-06-28T02:04:58.332" v="12" actId="478"/>
          <ac:spMkLst>
            <pc:docMk/>
            <pc:sldMk cId="571025942" sldId="291"/>
            <ac:spMk id="7" creationId="{28F62421-A190-6A24-05F3-0847623F1378}"/>
          </ac:spMkLst>
        </pc:spChg>
        <pc:spChg chg="del">
          <ac:chgData name="Henrique Delegrego" userId="dda1244064eddf32" providerId="LiveId" clId="{4F6E77E8-3C69-4679-AC7A-0553F3B62C20}" dt="2026-06-28T02:04:58.332" v="12" actId="478"/>
          <ac:spMkLst>
            <pc:docMk/>
            <pc:sldMk cId="571025942" sldId="291"/>
            <ac:spMk id="8" creationId="{B90E196F-9162-5130-F5CB-E4636B423D44}"/>
          </ac:spMkLst>
        </pc:spChg>
        <pc:spChg chg="add mod">
          <ac:chgData name="Henrique Delegrego" userId="dda1244064eddf32" providerId="LiveId" clId="{4F6E77E8-3C69-4679-AC7A-0553F3B62C20}" dt="2026-06-28T02:05:14.856" v="33"/>
          <ac:spMkLst>
            <pc:docMk/>
            <pc:sldMk cId="571025942" sldId="291"/>
            <ac:spMk id="10" creationId="{0A274013-1137-4865-1C07-4991E6FC93CC}"/>
          </ac:spMkLst>
        </pc:spChg>
        <pc:spChg chg="add mod">
          <ac:chgData name="Henrique Delegrego" userId="dda1244064eddf32" providerId="LiveId" clId="{4F6E77E8-3C69-4679-AC7A-0553F3B62C20}" dt="2026-06-28T02:05:14.856" v="33"/>
          <ac:spMkLst>
            <pc:docMk/>
            <pc:sldMk cId="571025942" sldId="291"/>
            <ac:spMk id="11" creationId="{CBDA7C6F-AB4A-8180-8C7E-40B3C8DC9CEE}"/>
          </ac:spMkLst>
        </pc:spChg>
        <pc:picChg chg="del">
          <ac:chgData name="Henrique Delegrego" userId="dda1244064eddf32" providerId="LiveId" clId="{4F6E77E8-3C69-4679-AC7A-0553F3B62C20}" dt="2026-06-28T02:04:58.332" v="12" actId="478"/>
          <ac:picMkLst>
            <pc:docMk/>
            <pc:sldMk cId="571025942" sldId="291"/>
            <ac:picMk id="9" creationId="{A5F627EB-33C3-31C0-FA95-99C6A4654EE8}"/>
          </ac:picMkLst>
        </pc:picChg>
      </pc:sldChg>
      <pc:sldChg chg="addSp modSp add">
        <pc:chgData name="Henrique Delegrego" userId="dda1244064eddf32" providerId="LiveId" clId="{4F6E77E8-3C69-4679-AC7A-0553F3B62C20}" dt="2026-06-28T02:05:18.267" v="36"/>
        <pc:sldMkLst>
          <pc:docMk/>
          <pc:sldMk cId="2146031654" sldId="292"/>
        </pc:sldMkLst>
        <pc:spChg chg="add mod">
          <ac:chgData name="Henrique Delegrego" userId="dda1244064eddf32" providerId="LiveId" clId="{4F6E77E8-3C69-4679-AC7A-0553F3B62C20}" dt="2026-06-28T02:05:17.519" v="34"/>
          <ac:spMkLst>
            <pc:docMk/>
            <pc:sldMk cId="2146031654" sldId="292"/>
            <ac:spMk id="2" creationId="{ED315F9C-4735-E28A-99B4-882A5FEDFC87}"/>
          </ac:spMkLst>
        </pc:spChg>
        <pc:spChg chg="add mod">
          <ac:chgData name="Henrique Delegrego" userId="dda1244064eddf32" providerId="LiveId" clId="{4F6E77E8-3C69-4679-AC7A-0553F3B62C20}" dt="2026-06-28T02:05:17.519" v="34"/>
          <ac:spMkLst>
            <pc:docMk/>
            <pc:sldMk cId="2146031654" sldId="292"/>
            <ac:spMk id="3" creationId="{D115FA74-357D-C231-1950-13DC26ED6D90}"/>
          </ac:spMkLst>
        </pc:spChg>
        <pc:spChg chg="add mod">
          <ac:chgData name="Henrique Delegrego" userId="dda1244064eddf32" providerId="LiveId" clId="{4F6E77E8-3C69-4679-AC7A-0553F3B62C20}" dt="2026-06-28T02:05:18.262" v="35"/>
          <ac:spMkLst>
            <pc:docMk/>
            <pc:sldMk cId="2146031654" sldId="292"/>
            <ac:spMk id="4" creationId="{73E90A2E-E5F6-C43B-5EB7-B266751C333A}"/>
          </ac:spMkLst>
        </pc:spChg>
        <pc:spChg chg="add mod">
          <ac:chgData name="Henrique Delegrego" userId="dda1244064eddf32" providerId="LiveId" clId="{4F6E77E8-3C69-4679-AC7A-0553F3B62C20}" dt="2026-06-28T02:05:18.267" v="36"/>
          <ac:spMkLst>
            <pc:docMk/>
            <pc:sldMk cId="2146031654" sldId="292"/>
            <ac:spMk id="6" creationId="{60294431-50AE-D612-1EF6-C03877869480}"/>
          </ac:spMkLst>
        </pc:spChg>
        <pc:spChg chg="add mod">
          <ac:chgData name="Henrique Delegrego" userId="dda1244064eddf32" providerId="LiveId" clId="{4F6E77E8-3C69-4679-AC7A-0553F3B62C20}" dt="2026-06-28T02:05:18.267" v="36"/>
          <ac:spMkLst>
            <pc:docMk/>
            <pc:sldMk cId="2146031654" sldId="292"/>
            <ac:spMk id="7" creationId="{C027DEC7-24B9-064A-6545-E1D5EC885AF5}"/>
          </ac:spMkLst>
        </pc:spChg>
        <pc:spChg chg="add mod">
          <ac:chgData name="Henrique Delegrego" userId="dda1244064eddf32" providerId="LiveId" clId="{4F6E77E8-3C69-4679-AC7A-0553F3B62C20}" dt="2026-06-28T02:05:18.267" v="36"/>
          <ac:spMkLst>
            <pc:docMk/>
            <pc:sldMk cId="2146031654" sldId="292"/>
            <ac:spMk id="8" creationId="{00C3567C-804A-638F-DEE7-E7324EBE9092}"/>
          </ac:spMkLst>
        </pc:spChg>
        <pc:picChg chg="add mod">
          <ac:chgData name="Henrique Delegrego" userId="dda1244064eddf32" providerId="LiveId" clId="{4F6E77E8-3C69-4679-AC7A-0553F3B62C20}" dt="2026-06-28T02:05:17.519" v="34"/>
          <ac:picMkLst>
            <pc:docMk/>
            <pc:sldMk cId="2146031654" sldId="292"/>
            <ac:picMk id="5" creationId="{8B4DD48E-146B-3E0E-69F2-1B904A1847D1}"/>
          </ac:picMkLst>
        </pc:picChg>
        <pc:picChg chg="add mod">
          <ac:chgData name="Henrique Delegrego" userId="dda1244064eddf32" providerId="LiveId" clId="{4F6E77E8-3C69-4679-AC7A-0553F3B62C20}" dt="2026-06-28T02:05:18.267" v="36"/>
          <ac:picMkLst>
            <pc:docMk/>
            <pc:sldMk cId="2146031654" sldId="292"/>
            <ac:picMk id="9" creationId="{5A143A38-CB5E-B276-D19F-97C62E0DC98F}"/>
          </ac:picMkLst>
        </pc:picChg>
      </pc:sldChg>
      <pc:sldChg chg="del">
        <pc:chgData name="Henrique Delegrego" userId="dda1244064eddf32" providerId="LiveId" clId="{4F6E77E8-3C69-4679-AC7A-0553F3B62C20}" dt="2026-06-28T02:05:00.681" v="13" actId="47"/>
        <pc:sldMkLst>
          <pc:docMk/>
          <pc:sldMk cId="3190405000" sldId="292"/>
        </pc:sldMkLst>
      </pc:sldChg>
      <pc:sldChg chg="addSp modSp add modAnim">
        <pc:chgData name="Henrique Delegrego" userId="dda1244064eddf32" providerId="LiveId" clId="{4F6E77E8-3C69-4679-AC7A-0553F3B62C20}" dt="2026-06-28T02:05:20.837" v="39"/>
        <pc:sldMkLst>
          <pc:docMk/>
          <pc:sldMk cId="3763244680" sldId="293"/>
        </pc:sldMkLst>
        <pc:spChg chg="add mod">
          <ac:chgData name="Henrique Delegrego" userId="dda1244064eddf32" providerId="LiveId" clId="{4F6E77E8-3C69-4679-AC7A-0553F3B62C20}" dt="2026-06-28T02:05:20.832" v="38"/>
          <ac:spMkLst>
            <pc:docMk/>
            <pc:sldMk cId="3763244680" sldId="293"/>
            <ac:spMk id="2" creationId="{451DBA23-8E86-BD62-A24A-4C12C787589C}"/>
          </ac:spMkLst>
        </pc:spChg>
        <pc:spChg chg="add mod">
          <ac:chgData name="Henrique Delegrego" userId="dda1244064eddf32" providerId="LiveId" clId="{4F6E77E8-3C69-4679-AC7A-0553F3B62C20}" dt="2026-06-28T02:05:19.977" v="37"/>
          <ac:spMkLst>
            <pc:docMk/>
            <pc:sldMk cId="3763244680" sldId="293"/>
            <ac:spMk id="3" creationId="{0C7E72B9-CB0F-93EA-3A44-12EB5D7982C9}"/>
          </ac:spMkLst>
        </pc:spChg>
        <pc:spChg chg="add mod">
          <ac:chgData name="Henrique Delegrego" userId="dda1244064eddf32" providerId="LiveId" clId="{4F6E77E8-3C69-4679-AC7A-0553F3B62C20}" dt="2026-06-28T02:05:19.977" v="37"/>
          <ac:spMkLst>
            <pc:docMk/>
            <pc:sldMk cId="3763244680" sldId="293"/>
            <ac:spMk id="4" creationId="{A5980935-0361-00DE-BA18-1EFE2CB883B9}"/>
          </ac:spMkLst>
        </pc:spChg>
        <pc:spChg chg="add mod">
          <ac:chgData name="Henrique Delegrego" userId="dda1244064eddf32" providerId="LiveId" clId="{4F6E77E8-3C69-4679-AC7A-0553F3B62C20}" dt="2026-06-28T02:05:19.977" v="37"/>
          <ac:spMkLst>
            <pc:docMk/>
            <pc:sldMk cId="3763244680" sldId="293"/>
            <ac:spMk id="5" creationId="{1FCBDBB0-FC6F-F933-D6F7-01A36B51E299}"/>
          </ac:spMkLst>
        </pc:spChg>
        <pc:spChg chg="add mod">
          <ac:chgData name="Henrique Delegrego" userId="dda1244064eddf32" providerId="LiveId" clId="{4F6E77E8-3C69-4679-AC7A-0553F3B62C20}" dt="2026-06-28T02:05:19.977" v="37"/>
          <ac:spMkLst>
            <pc:docMk/>
            <pc:sldMk cId="3763244680" sldId="293"/>
            <ac:spMk id="6" creationId="{6AC3600C-658F-2719-97A8-F7CBCD171098}"/>
          </ac:spMkLst>
        </pc:spChg>
        <pc:spChg chg="add mod">
          <ac:chgData name="Henrique Delegrego" userId="dda1244064eddf32" providerId="LiveId" clId="{4F6E77E8-3C69-4679-AC7A-0553F3B62C20}" dt="2026-06-28T02:05:19.977" v="37"/>
          <ac:spMkLst>
            <pc:docMk/>
            <pc:sldMk cId="3763244680" sldId="293"/>
            <ac:spMk id="7" creationId="{4D7CD5D6-65BE-34B4-1E68-04A14585F3FC}"/>
          </ac:spMkLst>
        </pc:spChg>
        <pc:spChg chg="add mod">
          <ac:chgData name="Henrique Delegrego" userId="dda1244064eddf32" providerId="LiveId" clId="{4F6E77E8-3C69-4679-AC7A-0553F3B62C20}" dt="2026-06-28T02:05:20.837" v="39"/>
          <ac:spMkLst>
            <pc:docMk/>
            <pc:sldMk cId="3763244680" sldId="293"/>
            <ac:spMk id="10" creationId="{72E67CF1-F491-7BDE-871B-BC9166C03C25}"/>
          </ac:spMkLst>
        </pc:spChg>
        <pc:spChg chg="add mod">
          <ac:chgData name="Henrique Delegrego" userId="dda1244064eddf32" providerId="LiveId" clId="{4F6E77E8-3C69-4679-AC7A-0553F3B62C20}" dt="2026-06-28T02:05:20.837" v="39"/>
          <ac:spMkLst>
            <pc:docMk/>
            <pc:sldMk cId="3763244680" sldId="293"/>
            <ac:spMk id="11" creationId="{8FE78C57-592B-A648-5A40-95E7CE4ED16B}"/>
          </ac:spMkLst>
        </pc:spChg>
        <pc:spChg chg="add mod">
          <ac:chgData name="Henrique Delegrego" userId="dda1244064eddf32" providerId="LiveId" clId="{4F6E77E8-3C69-4679-AC7A-0553F3B62C20}" dt="2026-06-28T02:05:20.837" v="39"/>
          <ac:spMkLst>
            <pc:docMk/>
            <pc:sldMk cId="3763244680" sldId="293"/>
            <ac:spMk id="12" creationId="{445DE61F-9056-2FB8-2E77-B96AD576FDA1}"/>
          </ac:spMkLst>
        </pc:spChg>
        <pc:spChg chg="add mod">
          <ac:chgData name="Henrique Delegrego" userId="dda1244064eddf32" providerId="LiveId" clId="{4F6E77E8-3C69-4679-AC7A-0553F3B62C20}" dt="2026-06-28T02:05:20.837" v="39"/>
          <ac:spMkLst>
            <pc:docMk/>
            <pc:sldMk cId="3763244680" sldId="293"/>
            <ac:spMk id="13" creationId="{1F6C9E19-E0B4-E60B-7FF3-5569628C5FA6}"/>
          </ac:spMkLst>
        </pc:spChg>
        <pc:spChg chg="add mod">
          <ac:chgData name="Henrique Delegrego" userId="dda1244064eddf32" providerId="LiveId" clId="{4F6E77E8-3C69-4679-AC7A-0553F3B62C20}" dt="2026-06-28T02:05:20.837" v="39"/>
          <ac:spMkLst>
            <pc:docMk/>
            <pc:sldMk cId="3763244680" sldId="293"/>
            <ac:spMk id="14" creationId="{36FFA6E1-8463-3BA2-B491-2EBC90927C47}"/>
          </ac:spMkLst>
        </pc:spChg>
        <pc:spChg chg="add mod">
          <ac:chgData name="Henrique Delegrego" userId="dda1244064eddf32" providerId="LiveId" clId="{4F6E77E8-3C69-4679-AC7A-0553F3B62C20}" dt="2026-06-28T02:05:20.837" v="39"/>
          <ac:spMkLst>
            <pc:docMk/>
            <pc:sldMk cId="3763244680" sldId="293"/>
            <ac:spMk id="15" creationId="{90B8453D-5D7D-89F5-14A4-67CE0E837348}"/>
          </ac:spMkLst>
        </pc:spChg>
        <pc:picChg chg="add mod">
          <ac:chgData name="Henrique Delegrego" userId="dda1244064eddf32" providerId="LiveId" clId="{4F6E77E8-3C69-4679-AC7A-0553F3B62C20}" dt="2026-06-28T02:05:19.977" v="37"/>
          <ac:picMkLst>
            <pc:docMk/>
            <pc:sldMk cId="3763244680" sldId="293"/>
            <ac:picMk id="8" creationId="{C919E77E-F133-2811-5A72-2AF1092E6D6C}"/>
          </ac:picMkLst>
        </pc:picChg>
        <pc:picChg chg="add mod">
          <ac:chgData name="Henrique Delegrego" userId="dda1244064eddf32" providerId="LiveId" clId="{4F6E77E8-3C69-4679-AC7A-0553F3B62C20}" dt="2026-06-28T02:05:19.977" v="37"/>
          <ac:picMkLst>
            <pc:docMk/>
            <pc:sldMk cId="3763244680" sldId="293"/>
            <ac:picMk id="9" creationId="{E6707FD8-84B3-6B0A-EC18-6427124A0A93}"/>
          </ac:picMkLst>
        </pc:picChg>
        <pc:picChg chg="add mod">
          <ac:chgData name="Henrique Delegrego" userId="dda1244064eddf32" providerId="LiveId" clId="{4F6E77E8-3C69-4679-AC7A-0553F3B62C20}" dt="2026-06-28T02:05:20.837" v="39"/>
          <ac:picMkLst>
            <pc:docMk/>
            <pc:sldMk cId="3763244680" sldId="293"/>
            <ac:picMk id="16" creationId="{611822CC-9512-A1EC-9B65-7CB567A40FE4}"/>
          </ac:picMkLst>
        </pc:picChg>
        <pc:picChg chg="add mod">
          <ac:chgData name="Henrique Delegrego" userId="dda1244064eddf32" providerId="LiveId" clId="{4F6E77E8-3C69-4679-AC7A-0553F3B62C20}" dt="2026-06-28T02:05:20.837" v="39"/>
          <ac:picMkLst>
            <pc:docMk/>
            <pc:sldMk cId="3763244680" sldId="293"/>
            <ac:picMk id="17" creationId="{B4B596A8-F2ED-9486-47C9-765ACAAFD730}"/>
          </ac:picMkLst>
        </pc:picChg>
      </pc:sldChg>
      <pc:sldChg chg="addSp modSp add modAnim">
        <pc:chgData name="Henrique Delegrego" userId="dda1244064eddf32" providerId="LiveId" clId="{4F6E77E8-3C69-4679-AC7A-0553F3B62C20}" dt="2026-06-28T02:05:23.394" v="42"/>
        <pc:sldMkLst>
          <pc:docMk/>
          <pc:sldMk cId="2062900228" sldId="294"/>
        </pc:sldMkLst>
        <pc:spChg chg="add mod">
          <ac:chgData name="Henrique Delegrego" userId="dda1244064eddf32" providerId="LiveId" clId="{4F6E77E8-3C69-4679-AC7A-0553F3B62C20}" dt="2026-06-28T02:05:23.388" v="41"/>
          <ac:spMkLst>
            <pc:docMk/>
            <pc:sldMk cId="2062900228" sldId="294"/>
            <ac:spMk id="2" creationId="{487C2F15-B1AF-CFD4-A3F4-35260E59853D}"/>
          </ac:spMkLst>
        </pc:spChg>
        <pc:spChg chg="add mod">
          <ac:chgData name="Henrique Delegrego" userId="dda1244064eddf32" providerId="LiveId" clId="{4F6E77E8-3C69-4679-AC7A-0553F3B62C20}" dt="2026-06-28T02:05:22.541" v="40"/>
          <ac:spMkLst>
            <pc:docMk/>
            <pc:sldMk cId="2062900228" sldId="294"/>
            <ac:spMk id="3" creationId="{B4BEEB1D-87F3-F434-C1AE-FE6082F14756}"/>
          </ac:spMkLst>
        </pc:spChg>
        <pc:spChg chg="add mod">
          <ac:chgData name="Henrique Delegrego" userId="dda1244064eddf32" providerId="LiveId" clId="{4F6E77E8-3C69-4679-AC7A-0553F3B62C20}" dt="2026-06-28T02:05:22.541" v="40"/>
          <ac:spMkLst>
            <pc:docMk/>
            <pc:sldMk cId="2062900228" sldId="294"/>
            <ac:spMk id="4" creationId="{238A3B31-C71E-1E8D-96D3-23A229E2DABC}"/>
          </ac:spMkLst>
        </pc:spChg>
        <pc:spChg chg="add mod">
          <ac:chgData name="Henrique Delegrego" userId="dda1244064eddf32" providerId="LiveId" clId="{4F6E77E8-3C69-4679-AC7A-0553F3B62C20}" dt="2026-06-28T02:05:22.541" v="40"/>
          <ac:spMkLst>
            <pc:docMk/>
            <pc:sldMk cId="2062900228" sldId="294"/>
            <ac:spMk id="6" creationId="{BF41A30F-83DA-0B3D-23E7-B42E65527C49}"/>
          </ac:spMkLst>
        </pc:spChg>
        <pc:spChg chg="add mod">
          <ac:chgData name="Henrique Delegrego" userId="dda1244064eddf32" providerId="LiveId" clId="{4F6E77E8-3C69-4679-AC7A-0553F3B62C20}" dt="2026-06-28T02:05:23.394" v="42"/>
          <ac:spMkLst>
            <pc:docMk/>
            <pc:sldMk cId="2062900228" sldId="294"/>
            <ac:spMk id="7" creationId="{5C82ACBA-81A1-79FB-4830-4DA775CCE262}"/>
          </ac:spMkLst>
        </pc:spChg>
        <pc:spChg chg="add mod">
          <ac:chgData name="Henrique Delegrego" userId="dda1244064eddf32" providerId="LiveId" clId="{4F6E77E8-3C69-4679-AC7A-0553F3B62C20}" dt="2026-06-28T02:05:23.394" v="42"/>
          <ac:spMkLst>
            <pc:docMk/>
            <pc:sldMk cId="2062900228" sldId="294"/>
            <ac:spMk id="8" creationId="{B4B5DEE0-CB4A-74CC-E44F-37841E49D7B3}"/>
          </ac:spMkLst>
        </pc:spChg>
        <pc:spChg chg="add mod">
          <ac:chgData name="Henrique Delegrego" userId="dda1244064eddf32" providerId="LiveId" clId="{4F6E77E8-3C69-4679-AC7A-0553F3B62C20}" dt="2026-06-28T02:05:23.394" v="42"/>
          <ac:spMkLst>
            <pc:docMk/>
            <pc:sldMk cId="2062900228" sldId="294"/>
            <ac:spMk id="9" creationId="{08E9BB30-3A8C-E170-E73E-6D6063D88419}"/>
          </ac:spMkLst>
        </pc:spChg>
        <pc:spChg chg="add mod">
          <ac:chgData name="Henrique Delegrego" userId="dda1244064eddf32" providerId="LiveId" clId="{4F6E77E8-3C69-4679-AC7A-0553F3B62C20}" dt="2026-06-28T02:05:23.394" v="42"/>
          <ac:spMkLst>
            <pc:docMk/>
            <pc:sldMk cId="2062900228" sldId="294"/>
            <ac:spMk id="11" creationId="{26E445A5-D300-AE58-3638-B9FD4E2D5899}"/>
          </ac:spMkLst>
        </pc:spChg>
        <pc:picChg chg="add mod">
          <ac:chgData name="Henrique Delegrego" userId="dda1244064eddf32" providerId="LiveId" clId="{4F6E77E8-3C69-4679-AC7A-0553F3B62C20}" dt="2026-06-28T02:05:22.541" v="40"/>
          <ac:picMkLst>
            <pc:docMk/>
            <pc:sldMk cId="2062900228" sldId="294"/>
            <ac:picMk id="5" creationId="{9697F49C-8ABD-28DE-3AB6-205768C3714C}"/>
          </ac:picMkLst>
        </pc:picChg>
        <pc:picChg chg="add mod">
          <ac:chgData name="Henrique Delegrego" userId="dda1244064eddf32" providerId="LiveId" clId="{4F6E77E8-3C69-4679-AC7A-0553F3B62C20}" dt="2026-06-28T02:05:23.394" v="42"/>
          <ac:picMkLst>
            <pc:docMk/>
            <pc:sldMk cId="2062900228" sldId="294"/>
            <ac:picMk id="10" creationId="{6513AE7C-7AB0-CDD0-F4EB-13FDD877F68E}"/>
          </ac:picMkLst>
        </pc:picChg>
      </pc:sldChg>
      <pc:sldChg chg="addSp modSp add modAnim">
        <pc:chgData name="Henrique Delegrego" userId="dda1244064eddf32" providerId="LiveId" clId="{4F6E77E8-3C69-4679-AC7A-0553F3B62C20}" dt="2026-06-28T02:05:25.963" v="45"/>
        <pc:sldMkLst>
          <pc:docMk/>
          <pc:sldMk cId="3433328643" sldId="295"/>
        </pc:sldMkLst>
        <pc:spChg chg="add mod">
          <ac:chgData name="Henrique Delegrego" userId="dda1244064eddf32" providerId="LiveId" clId="{4F6E77E8-3C69-4679-AC7A-0553F3B62C20}" dt="2026-06-28T02:05:25.956" v="44"/>
          <ac:spMkLst>
            <pc:docMk/>
            <pc:sldMk cId="3433328643" sldId="295"/>
            <ac:spMk id="2" creationId="{0402A6F9-D3C7-8548-1B33-5BF2A84C1AF5}"/>
          </ac:spMkLst>
        </pc:spChg>
        <pc:spChg chg="add mod">
          <ac:chgData name="Henrique Delegrego" userId="dda1244064eddf32" providerId="LiveId" clId="{4F6E77E8-3C69-4679-AC7A-0553F3B62C20}" dt="2026-06-28T02:05:25.050" v="43"/>
          <ac:spMkLst>
            <pc:docMk/>
            <pc:sldMk cId="3433328643" sldId="295"/>
            <ac:spMk id="4" creationId="{CB6DBA89-89AC-373F-2BBB-E1CA354F7B5E}"/>
          </ac:spMkLst>
        </pc:spChg>
        <pc:spChg chg="add mod">
          <ac:chgData name="Henrique Delegrego" userId="dda1244064eddf32" providerId="LiveId" clId="{4F6E77E8-3C69-4679-AC7A-0553F3B62C20}" dt="2026-06-28T02:05:25.050" v="43"/>
          <ac:spMkLst>
            <pc:docMk/>
            <pc:sldMk cId="3433328643" sldId="295"/>
            <ac:spMk id="5" creationId="{376B81BB-9DB4-861D-96EE-3C704CE2D5A6}"/>
          </ac:spMkLst>
        </pc:spChg>
        <pc:spChg chg="add mod">
          <ac:chgData name="Henrique Delegrego" userId="dda1244064eddf32" providerId="LiveId" clId="{4F6E77E8-3C69-4679-AC7A-0553F3B62C20}" dt="2026-06-28T02:05:25.050" v="43"/>
          <ac:spMkLst>
            <pc:docMk/>
            <pc:sldMk cId="3433328643" sldId="295"/>
            <ac:spMk id="6" creationId="{3D0B8880-1A36-75B7-D3D9-C7CEDC65534C}"/>
          </ac:spMkLst>
        </pc:spChg>
        <pc:spChg chg="add mod">
          <ac:chgData name="Henrique Delegrego" userId="dda1244064eddf32" providerId="LiveId" clId="{4F6E77E8-3C69-4679-AC7A-0553F3B62C20}" dt="2026-06-28T02:05:25.050" v="43"/>
          <ac:spMkLst>
            <pc:docMk/>
            <pc:sldMk cId="3433328643" sldId="295"/>
            <ac:spMk id="7" creationId="{D71B256C-4C17-8B0C-F07B-DABAECC86AE7}"/>
          </ac:spMkLst>
        </pc:spChg>
        <pc:spChg chg="add mod">
          <ac:chgData name="Henrique Delegrego" userId="dda1244064eddf32" providerId="LiveId" clId="{4F6E77E8-3C69-4679-AC7A-0553F3B62C20}" dt="2026-06-28T02:05:25.963" v="45"/>
          <ac:spMkLst>
            <pc:docMk/>
            <pc:sldMk cId="3433328643" sldId="295"/>
            <ac:spMk id="9" creationId="{A9C24F0B-B393-092B-482B-55F127A198DD}"/>
          </ac:spMkLst>
        </pc:spChg>
        <pc:spChg chg="add mod">
          <ac:chgData name="Henrique Delegrego" userId="dda1244064eddf32" providerId="LiveId" clId="{4F6E77E8-3C69-4679-AC7A-0553F3B62C20}" dt="2026-06-28T02:05:25.963" v="45"/>
          <ac:spMkLst>
            <pc:docMk/>
            <pc:sldMk cId="3433328643" sldId="295"/>
            <ac:spMk id="11" creationId="{951D2D25-CBE9-9332-D94C-CE083B6D8937}"/>
          </ac:spMkLst>
        </pc:spChg>
        <pc:spChg chg="add mod">
          <ac:chgData name="Henrique Delegrego" userId="dda1244064eddf32" providerId="LiveId" clId="{4F6E77E8-3C69-4679-AC7A-0553F3B62C20}" dt="2026-06-28T02:05:25.963" v="45"/>
          <ac:spMkLst>
            <pc:docMk/>
            <pc:sldMk cId="3433328643" sldId="295"/>
            <ac:spMk id="12" creationId="{B72FFBBE-0676-678A-3234-0AFC9311DA77}"/>
          </ac:spMkLst>
        </pc:spChg>
        <pc:spChg chg="add mod">
          <ac:chgData name="Henrique Delegrego" userId="dda1244064eddf32" providerId="LiveId" clId="{4F6E77E8-3C69-4679-AC7A-0553F3B62C20}" dt="2026-06-28T02:05:25.963" v="45"/>
          <ac:spMkLst>
            <pc:docMk/>
            <pc:sldMk cId="3433328643" sldId="295"/>
            <ac:spMk id="13" creationId="{AF2432B6-947D-9F4E-C3F8-874E7064C6FD}"/>
          </ac:spMkLst>
        </pc:spChg>
        <pc:spChg chg="add mod">
          <ac:chgData name="Henrique Delegrego" userId="dda1244064eddf32" providerId="LiveId" clId="{4F6E77E8-3C69-4679-AC7A-0553F3B62C20}" dt="2026-06-28T02:05:25.963" v="45"/>
          <ac:spMkLst>
            <pc:docMk/>
            <pc:sldMk cId="3433328643" sldId="295"/>
            <ac:spMk id="14" creationId="{4A98E61B-2E56-3081-CA14-35717B5962C7}"/>
          </ac:spMkLst>
        </pc:spChg>
        <pc:picChg chg="add mod">
          <ac:chgData name="Henrique Delegrego" userId="dda1244064eddf32" providerId="LiveId" clId="{4F6E77E8-3C69-4679-AC7A-0553F3B62C20}" dt="2026-06-28T02:05:25.050" v="43"/>
          <ac:picMkLst>
            <pc:docMk/>
            <pc:sldMk cId="3433328643" sldId="295"/>
            <ac:picMk id="3" creationId="{48B06FAB-905D-2A62-5243-A477DBFE5315}"/>
          </ac:picMkLst>
        </pc:picChg>
        <pc:picChg chg="add mod">
          <ac:chgData name="Henrique Delegrego" userId="dda1244064eddf32" providerId="LiveId" clId="{4F6E77E8-3C69-4679-AC7A-0553F3B62C20}" dt="2026-06-28T02:05:25.050" v="43"/>
          <ac:picMkLst>
            <pc:docMk/>
            <pc:sldMk cId="3433328643" sldId="295"/>
            <ac:picMk id="8" creationId="{DBE737B6-4054-307B-D195-AC87E2D03A88}"/>
          </ac:picMkLst>
        </pc:picChg>
        <pc:picChg chg="add mod">
          <ac:chgData name="Henrique Delegrego" userId="dda1244064eddf32" providerId="LiveId" clId="{4F6E77E8-3C69-4679-AC7A-0553F3B62C20}" dt="2026-06-28T02:05:25.963" v="45"/>
          <ac:picMkLst>
            <pc:docMk/>
            <pc:sldMk cId="3433328643" sldId="295"/>
            <ac:picMk id="10" creationId="{11CE33DF-6B74-C487-ACBD-67774F572BFF}"/>
          </ac:picMkLst>
        </pc:picChg>
        <pc:picChg chg="add mod">
          <ac:chgData name="Henrique Delegrego" userId="dda1244064eddf32" providerId="LiveId" clId="{4F6E77E8-3C69-4679-AC7A-0553F3B62C20}" dt="2026-06-28T02:05:25.963" v="45"/>
          <ac:picMkLst>
            <pc:docMk/>
            <pc:sldMk cId="3433328643" sldId="295"/>
            <ac:picMk id="15" creationId="{4E73E3E7-D425-7E89-74AC-2E3407573555}"/>
          </ac:picMkLst>
        </pc:picChg>
      </pc:sldChg>
      <pc:sldChg chg="addSp modSp add">
        <pc:chgData name="Henrique Delegrego" userId="dda1244064eddf32" providerId="LiveId" clId="{4F6E77E8-3C69-4679-AC7A-0553F3B62C20}" dt="2026-06-28T02:05:28.700" v="48"/>
        <pc:sldMkLst>
          <pc:docMk/>
          <pc:sldMk cId="276610354" sldId="296"/>
        </pc:sldMkLst>
        <pc:spChg chg="add mod">
          <ac:chgData name="Henrique Delegrego" userId="dda1244064eddf32" providerId="LiveId" clId="{4F6E77E8-3C69-4679-AC7A-0553F3B62C20}" dt="2026-06-28T02:05:28.695" v="47"/>
          <ac:spMkLst>
            <pc:docMk/>
            <pc:sldMk cId="276610354" sldId="296"/>
            <ac:spMk id="2" creationId="{1931C698-8407-6557-C07C-2B3567ECA908}"/>
          </ac:spMkLst>
        </pc:spChg>
        <pc:spChg chg="add mod">
          <ac:chgData name="Henrique Delegrego" userId="dda1244064eddf32" providerId="LiveId" clId="{4F6E77E8-3C69-4679-AC7A-0553F3B62C20}" dt="2026-06-28T02:05:27.578" v="46"/>
          <ac:spMkLst>
            <pc:docMk/>
            <pc:sldMk cId="276610354" sldId="296"/>
            <ac:spMk id="3" creationId="{3244B9BB-7192-5106-28A3-F78D2FB71836}"/>
          </ac:spMkLst>
        </pc:spChg>
        <pc:spChg chg="add mod">
          <ac:chgData name="Henrique Delegrego" userId="dda1244064eddf32" providerId="LiveId" clId="{4F6E77E8-3C69-4679-AC7A-0553F3B62C20}" dt="2026-06-28T02:05:27.578" v="46"/>
          <ac:spMkLst>
            <pc:docMk/>
            <pc:sldMk cId="276610354" sldId="296"/>
            <ac:spMk id="4" creationId="{37B5BE2A-AD63-45C9-CDBD-C8EFC9628C21}"/>
          </ac:spMkLst>
        </pc:spChg>
        <pc:spChg chg="add mod">
          <ac:chgData name="Henrique Delegrego" userId="dda1244064eddf32" providerId="LiveId" clId="{4F6E77E8-3C69-4679-AC7A-0553F3B62C20}" dt="2026-06-28T02:05:28.700" v="48"/>
          <ac:spMkLst>
            <pc:docMk/>
            <pc:sldMk cId="276610354" sldId="296"/>
            <ac:spMk id="6" creationId="{B690E447-A254-8C34-09D2-B2F7339CC139}"/>
          </ac:spMkLst>
        </pc:spChg>
        <pc:spChg chg="add mod">
          <ac:chgData name="Henrique Delegrego" userId="dda1244064eddf32" providerId="LiveId" clId="{4F6E77E8-3C69-4679-AC7A-0553F3B62C20}" dt="2026-06-28T02:05:28.700" v="48"/>
          <ac:spMkLst>
            <pc:docMk/>
            <pc:sldMk cId="276610354" sldId="296"/>
            <ac:spMk id="7" creationId="{F4A730B3-5439-829F-6FA8-00E691BB1D0A}"/>
          </ac:spMkLst>
        </pc:spChg>
        <pc:spChg chg="add mod">
          <ac:chgData name="Henrique Delegrego" userId="dda1244064eddf32" providerId="LiveId" clId="{4F6E77E8-3C69-4679-AC7A-0553F3B62C20}" dt="2026-06-28T02:05:28.700" v="48"/>
          <ac:spMkLst>
            <pc:docMk/>
            <pc:sldMk cId="276610354" sldId="296"/>
            <ac:spMk id="8" creationId="{4D25E75D-CBCC-0C48-8F98-EA153072BBA6}"/>
          </ac:spMkLst>
        </pc:spChg>
        <pc:picChg chg="add mod">
          <ac:chgData name="Henrique Delegrego" userId="dda1244064eddf32" providerId="LiveId" clId="{4F6E77E8-3C69-4679-AC7A-0553F3B62C20}" dt="2026-06-28T02:05:27.578" v="46"/>
          <ac:picMkLst>
            <pc:docMk/>
            <pc:sldMk cId="276610354" sldId="296"/>
            <ac:picMk id="5" creationId="{B9A50FCC-07AE-1D75-055C-7985EF1130C2}"/>
          </ac:picMkLst>
        </pc:picChg>
        <pc:picChg chg="add mod">
          <ac:chgData name="Henrique Delegrego" userId="dda1244064eddf32" providerId="LiveId" clId="{4F6E77E8-3C69-4679-AC7A-0553F3B62C20}" dt="2026-06-28T02:05:28.700" v="48"/>
          <ac:picMkLst>
            <pc:docMk/>
            <pc:sldMk cId="276610354" sldId="296"/>
            <ac:picMk id="9" creationId="{FE3C8A79-E500-DAE3-E5CA-0E1F1F572E7B}"/>
          </ac:picMkLst>
        </pc:picChg>
      </pc:sldChg>
      <pc:sldChg chg="addSp modSp add modAnim">
        <pc:chgData name="Henrique Delegrego" userId="dda1244064eddf32" providerId="LiveId" clId="{4F6E77E8-3C69-4679-AC7A-0553F3B62C20}" dt="2026-06-28T02:05:31.600" v="51"/>
        <pc:sldMkLst>
          <pc:docMk/>
          <pc:sldMk cId="3237780940" sldId="297"/>
        </pc:sldMkLst>
        <pc:spChg chg="add mod">
          <ac:chgData name="Henrique Delegrego" userId="dda1244064eddf32" providerId="LiveId" clId="{4F6E77E8-3C69-4679-AC7A-0553F3B62C20}" dt="2026-06-28T02:05:31.593" v="50"/>
          <ac:spMkLst>
            <pc:docMk/>
            <pc:sldMk cId="3237780940" sldId="297"/>
            <ac:spMk id="2" creationId="{1BFAEFF0-3D99-1C8A-70F0-2B0E2CC7A681}"/>
          </ac:spMkLst>
        </pc:spChg>
        <pc:spChg chg="add mod">
          <ac:chgData name="Henrique Delegrego" userId="dda1244064eddf32" providerId="LiveId" clId="{4F6E77E8-3C69-4679-AC7A-0553F3B62C20}" dt="2026-06-28T02:05:30.631" v="49"/>
          <ac:spMkLst>
            <pc:docMk/>
            <pc:sldMk cId="3237780940" sldId="297"/>
            <ac:spMk id="3" creationId="{B1568AF2-9866-D0B4-D0B7-233278423DD8}"/>
          </ac:spMkLst>
        </pc:spChg>
        <pc:spChg chg="add mod">
          <ac:chgData name="Henrique Delegrego" userId="dda1244064eddf32" providerId="LiveId" clId="{4F6E77E8-3C69-4679-AC7A-0553F3B62C20}" dt="2026-06-28T02:05:30.631" v="49"/>
          <ac:spMkLst>
            <pc:docMk/>
            <pc:sldMk cId="3237780940" sldId="297"/>
            <ac:spMk id="4" creationId="{D429E28B-C7AB-DC66-6FDD-F9E7A90CDE61}"/>
          </ac:spMkLst>
        </pc:spChg>
        <pc:spChg chg="add mod">
          <ac:chgData name="Henrique Delegrego" userId="dda1244064eddf32" providerId="LiveId" clId="{4F6E77E8-3C69-4679-AC7A-0553F3B62C20}" dt="2026-06-28T02:05:30.631" v="49"/>
          <ac:spMkLst>
            <pc:docMk/>
            <pc:sldMk cId="3237780940" sldId="297"/>
            <ac:spMk id="5" creationId="{3F6E71E9-0852-C050-4DC7-358B3D3986DE}"/>
          </ac:spMkLst>
        </pc:spChg>
        <pc:spChg chg="add mod">
          <ac:chgData name="Henrique Delegrego" userId="dda1244064eddf32" providerId="LiveId" clId="{4F6E77E8-3C69-4679-AC7A-0553F3B62C20}" dt="2026-06-28T02:05:31.600" v="51"/>
          <ac:spMkLst>
            <pc:docMk/>
            <pc:sldMk cId="3237780940" sldId="297"/>
            <ac:spMk id="7" creationId="{F956DC62-3200-3ACC-533D-52B5230A37ED}"/>
          </ac:spMkLst>
        </pc:spChg>
        <pc:spChg chg="add mod">
          <ac:chgData name="Henrique Delegrego" userId="dda1244064eddf32" providerId="LiveId" clId="{4F6E77E8-3C69-4679-AC7A-0553F3B62C20}" dt="2026-06-28T02:05:31.600" v="51"/>
          <ac:spMkLst>
            <pc:docMk/>
            <pc:sldMk cId="3237780940" sldId="297"/>
            <ac:spMk id="8" creationId="{6D9005CB-73F7-2515-2985-87E79775FB66}"/>
          </ac:spMkLst>
        </pc:spChg>
        <pc:spChg chg="add mod">
          <ac:chgData name="Henrique Delegrego" userId="dda1244064eddf32" providerId="LiveId" clId="{4F6E77E8-3C69-4679-AC7A-0553F3B62C20}" dt="2026-06-28T02:05:31.600" v="51"/>
          <ac:spMkLst>
            <pc:docMk/>
            <pc:sldMk cId="3237780940" sldId="297"/>
            <ac:spMk id="9" creationId="{8407E6E1-23BA-1D4F-A26A-EB7BCB5DE26B}"/>
          </ac:spMkLst>
        </pc:spChg>
        <pc:spChg chg="add mod">
          <ac:chgData name="Henrique Delegrego" userId="dda1244064eddf32" providerId="LiveId" clId="{4F6E77E8-3C69-4679-AC7A-0553F3B62C20}" dt="2026-06-28T02:05:31.600" v="51"/>
          <ac:spMkLst>
            <pc:docMk/>
            <pc:sldMk cId="3237780940" sldId="297"/>
            <ac:spMk id="10" creationId="{C6F357E2-581F-56BC-FDAD-AF35F3869627}"/>
          </ac:spMkLst>
        </pc:spChg>
        <pc:picChg chg="add mod">
          <ac:chgData name="Henrique Delegrego" userId="dda1244064eddf32" providerId="LiveId" clId="{4F6E77E8-3C69-4679-AC7A-0553F3B62C20}" dt="2026-06-28T02:05:30.631" v="49"/>
          <ac:picMkLst>
            <pc:docMk/>
            <pc:sldMk cId="3237780940" sldId="297"/>
            <ac:picMk id="6" creationId="{40287C45-513F-FBD9-B7EB-C376D015A0EA}"/>
          </ac:picMkLst>
        </pc:picChg>
        <pc:picChg chg="add mod">
          <ac:chgData name="Henrique Delegrego" userId="dda1244064eddf32" providerId="LiveId" clId="{4F6E77E8-3C69-4679-AC7A-0553F3B62C20}" dt="2026-06-28T02:05:31.600" v="51"/>
          <ac:picMkLst>
            <pc:docMk/>
            <pc:sldMk cId="3237780940" sldId="297"/>
            <ac:picMk id="11" creationId="{23F4A76F-A206-3D4C-8985-93D728C22E56}"/>
          </ac:picMkLst>
        </pc:picChg>
      </pc:sldChg>
      <pc:sldChg chg="addSp modSp add modAnim">
        <pc:chgData name="Henrique Delegrego" userId="dda1244064eddf32" providerId="LiveId" clId="{4F6E77E8-3C69-4679-AC7A-0553F3B62C20}" dt="2026-06-28T02:05:34.133" v="54"/>
        <pc:sldMkLst>
          <pc:docMk/>
          <pc:sldMk cId="3954274755" sldId="298"/>
        </pc:sldMkLst>
        <pc:spChg chg="add mod">
          <ac:chgData name="Henrique Delegrego" userId="dda1244064eddf32" providerId="LiveId" clId="{4F6E77E8-3C69-4679-AC7A-0553F3B62C20}" dt="2026-06-28T02:05:34.127" v="53"/>
          <ac:spMkLst>
            <pc:docMk/>
            <pc:sldMk cId="3954274755" sldId="298"/>
            <ac:spMk id="2" creationId="{3AFA5842-52C1-6D43-684E-A5D53DC99D06}"/>
          </ac:spMkLst>
        </pc:spChg>
        <pc:spChg chg="add mod">
          <ac:chgData name="Henrique Delegrego" userId="dda1244064eddf32" providerId="LiveId" clId="{4F6E77E8-3C69-4679-AC7A-0553F3B62C20}" dt="2026-06-28T02:05:33.242" v="52"/>
          <ac:spMkLst>
            <pc:docMk/>
            <pc:sldMk cId="3954274755" sldId="298"/>
            <ac:spMk id="3" creationId="{A85CA441-CDE2-2644-CDF3-D1B5A2ADCC65}"/>
          </ac:spMkLst>
        </pc:spChg>
        <pc:spChg chg="add mod">
          <ac:chgData name="Henrique Delegrego" userId="dda1244064eddf32" providerId="LiveId" clId="{4F6E77E8-3C69-4679-AC7A-0553F3B62C20}" dt="2026-06-28T02:05:33.242" v="52"/>
          <ac:spMkLst>
            <pc:docMk/>
            <pc:sldMk cId="3954274755" sldId="298"/>
            <ac:spMk id="4" creationId="{9793D114-A9C7-18BA-029B-761454007F5E}"/>
          </ac:spMkLst>
        </pc:spChg>
        <pc:spChg chg="add mod">
          <ac:chgData name="Henrique Delegrego" userId="dda1244064eddf32" providerId="LiveId" clId="{4F6E77E8-3C69-4679-AC7A-0553F3B62C20}" dt="2026-06-28T02:05:33.242" v="52"/>
          <ac:spMkLst>
            <pc:docMk/>
            <pc:sldMk cId="3954274755" sldId="298"/>
            <ac:spMk id="5" creationId="{0285CC5F-B8D0-3687-6C54-1A57C4958CEA}"/>
          </ac:spMkLst>
        </pc:spChg>
        <pc:spChg chg="add mod">
          <ac:chgData name="Henrique Delegrego" userId="dda1244064eddf32" providerId="LiveId" clId="{4F6E77E8-3C69-4679-AC7A-0553F3B62C20}" dt="2026-06-28T02:05:34.133" v="54"/>
          <ac:spMkLst>
            <pc:docMk/>
            <pc:sldMk cId="3954274755" sldId="298"/>
            <ac:spMk id="7" creationId="{1FB345F0-D4FC-18D9-D73A-91D88F2CB5B1}"/>
          </ac:spMkLst>
        </pc:spChg>
        <pc:spChg chg="add mod">
          <ac:chgData name="Henrique Delegrego" userId="dda1244064eddf32" providerId="LiveId" clId="{4F6E77E8-3C69-4679-AC7A-0553F3B62C20}" dt="2026-06-28T02:05:34.133" v="54"/>
          <ac:spMkLst>
            <pc:docMk/>
            <pc:sldMk cId="3954274755" sldId="298"/>
            <ac:spMk id="8" creationId="{63165806-D4E5-E628-1E0D-E09830814534}"/>
          </ac:spMkLst>
        </pc:spChg>
        <pc:spChg chg="add mod">
          <ac:chgData name="Henrique Delegrego" userId="dda1244064eddf32" providerId="LiveId" clId="{4F6E77E8-3C69-4679-AC7A-0553F3B62C20}" dt="2026-06-28T02:05:34.133" v="54"/>
          <ac:spMkLst>
            <pc:docMk/>
            <pc:sldMk cId="3954274755" sldId="298"/>
            <ac:spMk id="9" creationId="{7A1E9599-2C71-56AD-D1AA-C9B34AA8D28F}"/>
          </ac:spMkLst>
        </pc:spChg>
        <pc:spChg chg="add mod">
          <ac:chgData name="Henrique Delegrego" userId="dda1244064eddf32" providerId="LiveId" clId="{4F6E77E8-3C69-4679-AC7A-0553F3B62C20}" dt="2026-06-28T02:05:34.133" v="54"/>
          <ac:spMkLst>
            <pc:docMk/>
            <pc:sldMk cId="3954274755" sldId="298"/>
            <ac:spMk id="10" creationId="{ED9C60F9-9B2C-8594-237E-05194A33D943}"/>
          </ac:spMkLst>
        </pc:spChg>
        <pc:picChg chg="add mod">
          <ac:chgData name="Henrique Delegrego" userId="dda1244064eddf32" providerId="LiveId" clId="{4F6E77E8-3C69-4679-AC7A-0553F3B62C20}" dt="2026-06-28T02:05:33.242" v="52"/>
          <ac:picMkLst>
            <pc:docMk/>
            <pc:sldMk cId="3954274755" sldId="298"/>
            <ac:picMk id="6" creationId="{FE37CB6C-EE18-B61E-1D1D-E2B61782340C}"/>
          </ac:picMkLst>
        </pc:picChg>
        <pc:picChg chg="add mod">
          <ac:chgData name="Henrique Delegrego" userId="dda1244064eddf32" providerId="LiveId" clId="{4F6E77E8-3C69-4679-AC7A-0553F3B62C20}" dt="2026-06-28T02:05:34.133" v="54"/>
          <ac:picMkLst>
            <pc:docMk/>
            <pc:sldMk cId="3954274755" sldId="298"/>
            <ac:picMk id="11" creationId="{535A30EA-FEF3-1BB7-6B31-01F58989FF69}"/>
          </ac:picMkLst>
        </pc:picChg>
      </pc:sldChg>
      <pc:sldChg chg="addSp modSp add modAnim">
        <pc:chgData name="Henrique Delegrego" userId="dda1244064eddf32" providerId="LiveId" clId="{4F6E77E8-3C69-4679-AC7A-0553F3B62C20}" dt="2026-06-28T02:05:36.617" v="57"/>
        <pc:sldMkLst>
          <pc:docMk/>
          <pc:sldMk cId="3595937198" sldId="299"/>
        </pc:sldMkLst>
        <pc:spChg chg="add mod">
          <ac:chgData name="Henrique Delegrego" userId="dda1244064eddf32" providerId="LiveId" clId="{4F6E77E8-3C69-4679-AC7A-0553F3B62C20}" dt="2026-06-28T02:05:36.611" v="56"/>
          <ac:spMkLst>
            <pc:docMk/>
            <pc:sldMk cId="3595937198" sldId="299"/>
            <ac:spMk id="2" creationId="{6F19A133-D906-0993-FDF8-6A86D9F41D02}"/>
          </ac:spMkLst>
        </pc:spChg>
        <pc:spChg chg="add mod">
          <ac:chgData name="Henrique Delegrego" userId="dda1244064eddf32" providerId="LiveId" clId="{4F6E77E8-3C69-4679-AC7A-0553F3B62C20}" dt="2026-06-28T02:05:35.696" v="55"/>
          <ac:spMkLst>
            <pc:docMk/>
            <pc:sldMk cId="3595937198" sldId="299"/>
            <ac:spMk id="3" creationId="{2D84A67E-5B1B-C13E-EAD6-B984CF642872}"/>
          </ac:spMkLst>
        </pc:spChg>
        <pc:spChg chg="add mod">
          <ac:chgData name="Henrique Delegrego" userId="dda1244064eddf32" providerId="LiveId" clId="{4F6E77E8-3C69-4679-AC7A-0553F3B62C20}" dt="2026-06-28T02:05:35.696" v="55"/>
          <ac:spMkLst>
            <pc:docMk/>
            <pc:sldMk cId="3595937198" sldId="299"/>
            <ac:spMk id="4" creationId="{CB2D5640-C465-4254-B176-29C4CEAA418D}"/>
          </ac:spMkLst>
        </pc:spChg>
        <pc:spChg chg="add mod">
          <ac:chgData name="Henrique Delegrego" userId="dda1244064eddf32" providerId="LiveId" clId="{4F6E77E8-3C69-4679-AC7A-0553F3B62C20}" dt="2026-06-28T02:05:35.696" v="55"/>
          <ac:spMkLst>
            <pc:docMk/>
            <pc:sldMk cId="3595937198" sldId="299"/>
            <ac:spMk id="5" creationId="{3AFF013B-5C39-7828-22D9-350D634002AF}"/>
          </ac:spMkLst>
        </pc:spChg>
        <pc:spChg chg="add mod">
          <ac:chgData name="Henrique Delegrego" userId="dda1244064eddf32" providerId="LiveId" clId="{4F6E77E8-3C69-4679-AC7A-0553F3B62C20}" dt="2026-06-28T02:05:35.696" v="55"/>
          <ac:spMkLst>
            <pc:docMk/>
            <pc:sldMk cId="3595937198" sldId="299"/>
            <ac:spMk id="7" creationId="{B66BB537-4D1C-0ABA-775D-A638BE81C4BA}"/>
          </ac:spMkLst>
        </pc:spChg>
        <pc:spChg chg="add mod">
          <ac:chgData name="Henrique Delegrego" userId="dda1244064eddf32" providerId="LiveId" clId="{4F6E77E8-3C69-4679-AC7A-0553F3B62C20}" dt="2026-06-28T02:05:36.617" v="57"/>
          <ac:spMkLst>
            <pc:docMk/>
            <pc:sldMk cId="3595937198" sldId="299"/>
            <ac:spMk id="8" creationId="{BE3D97F6-6C7F-F52A-7786-EBC31F2F5030}"/>
          </ac:spMkLst>
        </pc:spChg>
        <pc:spChg chg="add mod">
          <ac:chgData name="Henrique Delegrego" userId="dda1244064eddf32" providerId="LiveId" clId="{4F6E77E8-3C69-4679-AC7A-0553F3B62C20}" dt="2026-06-28T02:05:36.617" v="57"/>
          <ac:spMkLst>
            <pc:docMk/>
            <pc:sldMk cId="3595937198" sldId="299"/>
            <ac:spMk id="9" creationId="{7C04C714-6C4C-E157-04A1-10AD3B820EF8}"/>
          </ac:spMkLst>
        </pc:spChg>
        <pc:spChg chg="add mod">
          <ac:chgData name="Henrique Delegrego" userId="dda1244064eddf32" providerId="LiveId" clId="{4F6E77E8-3C69-4679-AC7A-0553F3B62C20}" dt="2026-06-28T02:05:36.617" v="57"/>
          <ac:spMkLst>
            <pc:docMk/>
            <pc:sldMk cId="3595937198" sldId="299"/>
            <ac:spMk id="10" creationId="{3750707B-BFDB-B2DF-789D-033F261DEE98}"/>
          </ac:spMkLst>
        </pc:spChg>
        <pc:spChg chg="add mod">
          <ac:chgData name="Henrique Delegrego" userId="dda1244064eddf32" providerId="LiveId" clId="{4F6E77E8-3C69-4679-AC7A-0553F3B62C20}" dt="2026-06-28T02:05:36.617" v="57"/>
          <ac:spMkLst>
            <pc:docMk/>
            <pc:sldMk cId="3595937198" sldId="299"/>
            <ac:spMk id="11" creationId="{67BB97FB-AB97-9BF5-51ED-29413FD99F6E}"/>
          </ac:spMkLst>
        </pc:spChg>
        <pc:spChg chg="add mod">
          <ac:chgData name="Henrique Delegrego" userId="dda1244064eddf32" providerId="LiveId" clId="{4F6E77E8-3C69-4679-AC7A-0553F3B62C20}" dt="2026-06-28T02:05:36.617" v="57"/>
          <ac:spMkLst>
            <pc:docMk/>
            <pc:sldMk cId="3595937198" sldId="299"/>
            <ac:spMk id="13" creationId="{C0B6BF84-6D54-98D0-2A4E-3D1D2F1B3F71}"/>
          </ac:spMkLst>
        </pc:spChg>
        <pc:picChg chg="add mod">
          <ac:chgData name="Henrique Delegrego" userId="dda1244064eddf32" providerId="LiveId" clId="{4F6E77E8-3C69-4679-AC7A-0553F3B62C20}" dt="2026-06-28T02:05:35.696" v="55"/>
          <ac:picMkLst>
            <pc:docMk/>
            <pc:sldMk cId="3595937198" sldId="299"/>
            <ac:picMk id="6" creationId="{C334684E-583B-E1D6-BCCD-45A168BEDCE2}"/>
          </ac:picMkLst>
        </pc:picChg>
        <pc:picChg chg="add mod">
          <ac:chgData name="Henrique Delegrego" userId="dda1244064eddf32" providerId="LiveId" clId="{4F6E77E8-3C69-4679-AC7A-0553F3B62C20}" dt="2026-06-28T02:05:36.617" v="57"/>
          <ac:picMkLst>
            <pc:docMk/>
            <pc:sldMk cId="3595937198" sldId="299"/>
            <ac:picMk id="12" creationId="{6FD918AD-8021-CF98-630E-C07BF60E7D14}"/>
          </ac:picMkLst>
        </pc:picChg>
      </pc:sldChg>
      <pc:sldChg chg="add del">
        <pc:chgData name="Henrique Delegrego" userId="dda1244064eddf32" providerId="LiveId" clId="{4F6E77E8-3C69-4679-AC7A-0553F3B62C20}" dt="2026-06-28T02:05:38.195" v="58" actId="47"/>
        <pc:sldMkLst>
          <pc:docMk/>
          <pc:sldMk cId="3699016025" sldId="300"/>
        </pc:sldMkLst>
      </pc:sldChg>
      <pc:sldChg chg="add del">
        <pc:chgData name="Henrique Delegrego" userId="dda1244064eddf32" providerId="LiveId" clId="{4F6E77E8-3C69-4679-AC7A-0553F3B62C20}" dt="2026-06-28T02:05:38.823" v="59" actId="47"/>
        <pc:sldMkLst>
          <pc:docMk/>
          <pc:sldMk cId="4288012207" sldId="301"/>
        </pc:sldMkLst>
      </pc:sldChg>
      <pc:sldChg chg="add del">
        <pc:chgData name="Henrique Delegrego" userId="dda1244064eddf32" providerId="LiveId" clId="{4F6E77E8-3C69-4679-AC7A-0553F3B62C20}" dt="2026-06-28T02:05:39.333" v="60" actId="47"/>
        <pc:sldMkLst>
          <pc:docMk/>
          <pc:sldMk cId="3881563923" sldId="302"/>
        </pc:sldMkLst>
      </pc:sldChg>
      <pc:sldChg chg="add">
        <pc:chgData name="Henrique Delegrego" userId="dda1244064eddf32" providerId="LiveId" clId="{4F6E77E8-3C69-4679-AC7A-0553F3B62C20}" dt="2026-06-28T02:05:09.549" v="30"/>
        <pc:sldMkLst>
          <pc:docMk/>
          <pc:sldMk cId="2470024812" sldId="303"/>
        </pc:sldMkLst>
      </pc:sldChg>
      <pc:sldChg chg="addSp modSp add del modAnim">
        <pc:chgData name="Henrique Delegrego" userId="dda1244064eddf32" providerId="LiveId" clId="{4F6E77E8-3C69-4679-AC7A-0553F3B62C20}" dt="2026-06-28T02:05:08.341" v="29" actId="2696"/>
        <pc:sldMkLst>
          <pc:docMk/>
          <pc:sldMk cId="3058244768" sldId="303"/>
        </pc:sldMkLst>
        <pc:spChg chg="add mod">
          <ac:chgData name="Henrique Delegrego" userId="dda1244064eddf32" providerId="LiveId" clId="{4F6E77E8-3C69-4679-AC7A-0553F3B62C20}" dt="2026-06-28T02:05:06.323" v="26"/>
          <ac:spMkLst>
            <pc:docMk/>
            <pc:sldMk cId="3058244768" sldId="303"/>
            <ac:spMk id="2" creationId="{22E8E4B9-3EF5-E7E7-7E1A-3A3B30412E78}"/>
          </ac:spMkLst>
        </pc:spChg>
        <pc:spChg chg="add mod">
          <ac:chgData name="Henrique Delegrego" userId="dda1244064eddf32" providerId="LiveId" clId="{4F6E77E8-3C69-4679-AC7A-0553F3B62C20}" dt="2026-06-28T02:05:06.323" v="26"/>
          <ac:spMkLst>
            <pc:docMk/>
            <pc:sldMk cId="3058244768" sldId="303"/>
            <ac:spMk id="3" creationId="{6FBA7255-F79E-7C09-1D6C-BCEACEAD2C47}"/>
          </ac:spMkLst>
        </pc:spChg>
        <pc:spChg chg="add mod">
          <ac:chgData name="Henrique Delegrego" userId="dda1244064eddf32" providerId="LiveId" clId="{4F6E77E8-3C69-4679-AC7A-0553F3B62C20}" dt="2026-06-28T02:05:07.025" v="27"/>
          <ac:spMkLst>
            <pc:docMk/>
            <pc:sldMk cId="3058244768" sldId="303"/>
            <ac:spMk id="4" creationId="{915E4B25-7F02-F35F-4554-FA83CEA81BE5}"/>
          </ac:spMkLst>
        </pc:spChg>
        <pc:spChg chg="add mod">
          <ac:chgData name="Henrique Delegrego" userId="dda1244064eddf32" providerId="LiveId" clId="{4F6E77E8-3C69-4679-AC7A-0553F3B62C20}" dt="2026-06-28T02:05:06.323" v="26"/>
          <ac:spMkLst>
            <pc:docMk/>
            <pc:sldMk cId="3058244768" sldId="303"/>
            <ac:spMk id="5" creationId="{C256599C-EAF3-8CF8-B3A3-1854C49DD23D}"/>
          </ac:spMkLst>
        </pc:spChg>
        <pc:spChg chg="add mod">
          <ac:chgData name="Henrique Delegrego" userId="dda1244064eddf32" providerId="LiveId" clId="{4F6E77E8-3C69-4679-AC7A-0553F3B62C20}" dt="2026-06-28T02:05:06.323" v="26"/>
          <ac:spMkLst>
            <pc:docMk/>
            <pc:sldMk cId="3058244768" sldId="303"/>
            <ac:spMk id="6" creationId="{AB5034AE-3982-5A03-4E98-E3FCA7B60D1A}"/>
          </ac:spMkLst>
        </pc:spChg>
        <pc:spChg chg="add mod">
          <ac:chgData name="Henrique Delegrego" userId="dda1244064eddf32" providerId="LiveId" clId="{4F6E77E8-3C69-4679-AC7A-0553F3B62C20}" dt="2026-06-28T02:05:07.030" v="28"/>
          <ac:spMkLst>
            <pc:docMk/>
            <pc:sldMk cId="3058244768" sldId="303"/>
            <ac:spMk id="7" creationId="{CD442B3B-BE74-C53B-86FC-85179D0650DC}"/>
          </ac:spMkLst>
        </pc:spChg>
        <pc:spChg chg="add mod">
          <ac:chgData name="Henrique Delegrego" userId="dda1244064eddf32" providerId="LiveId" clId="{4F6E77E8-3C69-4679-AC7A-0553F3B62C20}" dt="2026-06-28T02:05:07.030" v="28"/>
          <ac:spMkLst>
            <pc:docMk/>
            <pc:sldMk cId="3058244768" sldId="303"/>
            <ac:spMk id="8" creationId="{796F32BA-ADF2-3749-68E4-F5987DC48BDE}"/>
          </ac:spMkLst>
        </pc:spChg>
        <pc:spChg chg="add mod">
          <ac:chgData name="Henrique Delegrego" userId="dda1244064eddf32" providerId="LiveId" clId="{4F6E77E8-3C69-4679-AC7A-0553F3B62C20}" dt="2026-06-28T02:05:07.030" v="28"/>
          <ac:spMkLst>
            <pc:docMk/>
            <pc:sldMk cId="3058244768" sldId="303"/>
            <ac:spMk id="9" creationId="{E6305743-2F78-AE07-973F-EA32EF0704D8}"/>
          </ac:spMkLst>
        </pc:spChg>
        <pc:spChg chg="add mod">
          <ac:chgData name="Henrique Delegrego" userId="dda1244064eddf32" providerId="LiveId" clId="{4F6E77E8-3C69-4679-AC7A-0553F3B62C20}" dt="2026-06-28T02:05:07.030" v="28"/>
          <ac:spMkLst>
            <pc:docMk/>
            <pc:sldMk cId="3058244768" sldId="303"/>
            <ac:spMk id="10" creationId="{5564B45B-25BD-0C64-FB13-5CD6959048E9}"/>
          </ac:spMkLst>
        </pc:spChg>
        <pc:spChg chg="add mod">
          <ac:chgData name="Henrique Delegrego" userId="dda1244064eddf32" providerId="LiveId" clId="{4F6E77E8-3C69-4679-AC7A-0553F3B62C20}" dt="2026-06-28T02:05:07.030" v="28"/>
          <ac:spMkLst>
            <pc:docMk/>
            <pc:sldMk cId="3058244768" sldId="303"/>
            <ac:spMk id="11" creationId="{B083984B-D612-DE45-70EC-1AF58DB8EC3B}"/>
          </ac:spMkLst>
        </pc:spChg>
      </pc:sldChg>
    </pc:docChg>
  </pc:docChgLst>
  <pc:docChgLst>
    <pc:chgData name="Henrique Delegrego" userId="dda1244064eddf32" providerId="LiveId" clId="{CA81531F-D70F-4CDC-8D07-A71328B36680}"/>
    <pc:docChg chg="undo custSel addSld delSld modSld">
      <pc:chgData name="Henrique Delegrego" userId="dda1244064eddf32" providerId="LiveId" clId="{CA81531F-D70F-4CDC-8D07-A71328B36680}" dt="2026-06-16T00:02:42.029" v="64"/>
      <pc:docMkLst>
        <pc:docMk/>
      </pc:docMkLst>
      <pc:sldChg chg="modSp mod">
        <pc:chgData name="Henrique Delegrego" userId="dda1244064eddf32" providerId="LiveId" clId="{CA81531F-D70F-4CDC-8D07-A71328B36680}" dt="2026-06-16T00:01:33.791" v="9" actId="14100"/>
        <pc:sldMkLst>
          <pc:docMk/>
          <pc:sldMk cId="1652101634" sldId="256"/>
        </pc:sldMkLst>
        <pc:spChg chg="mod">
          <ac:chgData name="Henrique Delegrego" userId="dda1244064eddf32" providerId="LiveId" clId="{CA81531F-D70F-4CDC-8D07-A71328B36680}" dt="2026-06-16T00:01:33.791" v="9" actId="14100"/>
          <ac:spMkLst>
            <pc:docMk/>
            <pc:sldMk cId="1652101634" sldId="256"/>
            <ac:spMk id="4" creationId="{7D71ADB2-39B8-1361-2F98-767788A4A80F}"/>
          </ac:spMkLst>
        </pc:spChg>
      </pc:sldChg>
      <pc:sldChg chg="addSp delSp modSp mod modAnim">
        <pc:chgData name="Henrique Delegrego" userId="dda1244064eddf32" providerId="LiveId" clId="{CA81531F-D70F-4CDC-8D07-A71328B36680}" dt="2026-06-16T00:01:56.626" v="29"/>
        <pc:sldMkLst>
          <pc:docMk/>
          <pc:sldMk cId="3649831290" sldId="280"/>
        </pc:sldMkLst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9" creationId="{8ECB5D26-8DA0-7A69-CD7E-A564761EF0B7}"/>
          </ac:spMkLst>
        </pc:spChg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10" creationId="{982C2886-40D3-D1E4-728B-91C859495B96}"/>
          </ac:spMkLst>
        </pc:spChg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11" creationId="{1F4A0B0C-6DBB-2338-E304-E815324FCA1F}"/>
          </ac:spMkLst>
        </pc:spChg>
        <pc:spChg chg="add mod">
          <ac:chgData name="Henrique Delegrego" userId="dda1244064eddf32" providerId="LiveId" clId="{CA81531F-D70F-4CDC-8D07-A71328B36680}" dt="2026-06-16T00:01:56.626" v="29"/>
          <ac:spMkLst>
            <pc:docMk/>
            <pc:sldMk cId="3649831290" sldId="280"/>
            <ac:spMk id="12" creationId="{160DA3BC-DAEE-3A2D-0F8C-9380340C4BAA}"/>
          </ac:spMkLst>
        </pc:spChg>
      </pc:sldChg>
      <pc:sldChg chg="addSp modSp add modAnim">
        <pc:chgData name="Henrique Delegrego" userId="dda1244064eddf32" providerId="LiveId" clId="{CA81531F-D70F-4CDC-8D07-A71328B36680}" dt="2026-06-16T00:02:00.192" v="32"/>
        <pc:sldMkLst>
          <pc:docMk/>
          <pc:sldMk cId="117627661" sldId="281"/>
        </pc:sldMkLst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8" creationId="{518EC60E-067C-5B1A-21BE-392D34F9D277}"/>
          </ac:spMkLst>
        </pc:spChg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11" creationId="{28448BDA-0BBC-6F7B-0161-068D0CC196F3}"/>
          </ac:spMkLst>
        </pc:spChg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12" creationId="{A8FFED31-1FB9-B57B-0963-B21192699DC0}"/>
          </ac:spMkLst>
        </pc:spChg>
        <pc:spChg chg="add mod">
          <ac:chgData name="Henrique Delegrego" userId="dda1244064eddf32" providerId="LiveId" clId="{CA81531F-D70F-4CDC-8D07-A71328B36680}" dt="2026-06-16T00:02:00.192" v="32"/>
          <ac:spMkLst>
            <pc:docMk/>
            <pc:sldMk cId="117627661" sldId="281"/>
            <ac:spMk id="13" creationId="{FF4F68DA-2286-3CCE-E5A8-9634C6E13A96}"/>
          </ac:spMkLst>
        </pc:spChg>
        <pc:picChg chg="add mod">
          <ac:chgData name="Henrique Delegrego" userId="dda1244064eddf32" providerId="LiveId" clId="{CA81531F-D70F-4CDC-8D07-A71328B36680}" dt="2026-06-16T00:02:00.192" v="32"/>
          <ac:picMkLst>
            <pc:docMk/>
            <pc:sldMk cId="117627661" sldId="281"/>
            <ac:picMk id="9" creationId="{98ED823D-BA46-0739-8CE6-1CB13D99EBF0}"/>
          </ac:picMkLst>
        </pc:picChg>
        <pc:picChg chg="add mod">
          <ac:chgData name="Henrique Delegrego" userId="dda1244064eddf32" providerId="LiveId" clId="{CA81531F-D70F-4CDC-8D07-A71328B36680}" dt="2026-06-16T00:02:00.192" v="32"/>
          <ac:picMkLst>
            <pc:docMk/>
            <pc:sldMk cId="117627661" sldId="281"/>
            <ac:picMk id="10" creationId="{EEE2581C-E06D-6181-15CD-E68D8643DC9A}"/>
          </ac:picMkLst>
        </pc:picChg>
      </pc:sldChg>
      <pc:sldChg chg="addSp modSp add">
        <pc:chgData name="Henrique Delegrego" userId="dda1244064eddf32" providerId="LiveId" clId="{CA81531F-D70F-4CDC-8D07-A71328B36680}" dt="2026-06-16T00:02:05.048" v="35"/>
        <pc:sldMkLst>
          <pc:docMk/>
          <pc:sldMk cId="2967123101" sldId="282"/>
        </pc:sldMkLst>
        <pc:spChg chg="add mod">
          <ac:chgData name="Henrique Delegrego" userId="dda1244064eddf32" providerId="LiveId" clId="{CA81531F-D70F-4CDC-8D07-A71328B36680}" dt="2026-06-16T00:02:05.048" v="35"/>
          <ac:spMkLst>
            <pc:docMk/>
            <pc:sldMk cId="2967123101" sldId="282"/>
            <ac:spMk id="6" creationId="{DBA1C165-120F-50B2-73CD-829200C116EB}"/>
          </ac:spMkLst>
        </pc:spChg>
        <pc:spChg chg="add mod">
          <ac:chgData name="Henrique Delegrego" userId="dda1244064eddf32" providerId="LiveId" clId="{CA81531F-D70F-4CDC-8D07-A71328B36680}" dt="2026-06-16T00:02:05.048" v="35"/>
          <ac:spMkLst>
            <pc:docMk/>
            <pc:sldMk cId="2967123101" sldId="282"/>
            <ac:spMk id="7" creationId="{FA9A1237-0BE4-5602-DF8D-06690C8902B1}"/>
          </ac:spMkLst>
        </pc:spChg>
        <pc:spChg chg="add mod">
          <ac:chgData name="Henrique Delegrego" userId="dda1244064eddf32" providerId="LiveId" clId="{CA81531F-D70F-4CDC-8D07-A71328B36680}" dt="2026-06-16T00:02:05.048" v="35"/>
          <ac:spMkLst>
            <pc:docMk/>
            <pc:sldMk cId="2967123101" sldId="282"/>
            <ac:spMk id="9" creationId="{4D3A53A6-24D7-8A90-70C5-2B42B9E3C1E0}"/>
          </ac:spMkLst>
        </pc:spChg>
        <pc:picChg chg="add mod">
          <ac:chgData name="Henrique Delegrego" userId="dda1244064eddf32" providerId="LiveId" clId="{CA81531F-D70F-4CDC-8D07-A71328B36680}" dt="2026-06-16T00:02:05.048" v="35"/>
          <ac:picMkLst>
            <pc:docMk/>
            <pc:sldMk cId="2967123101" sldId="282"/>
            <ac:picMk id="8" creationId="{762F66AB-5313-8D69-8DFD-2A724CBB2A41}"/>
          </ac:picMkLst>
        </pc:picChg>
      </pc:sldChg>
      <pc:sldChg chg="addSp modSp add modAnim">
        <pc:chgData name="Henrique Delegrego" userId="dda1244064eddf32" providerId="LiveId" clId="{CA81531F-D70F-4CDC-8D07-A71328B36680}" dt="2026-06-16T00:02:07.964" v="38"/>
        <pc:sldMkLst>
          <pc:docMk/>
          <pc:sldMk cId="851762440" sldId="283"/>
        </pc:sldMkLst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7" creationId="{0594C39C-5520-FA6E-B87A-71599C9CEEF3}"/>
          </ac:spMkLst>
        </pc:spChg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8" creationId="{0F330D49-E540-1F31-5C95-A3F9E596CD76}"/>
          </ac:spMkLst>
        </pc:spChg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9" creationId="{6557B3D1-7EA4-8FD5-142F-416C34BCF203}"/>
          </ac:spMkLst>
        </pc:spChg>
        <pc:spChg chg="add mod">
          <ac:chgData name="Henrique Delegrego" userId="dda1244064eddf32" providerId="LiveId" clId="{CA81531F-D70F-4CDC-8D07-A71328B36680}" dt="2026-06-16T00:02:07.964" v="38"/>
          <ac:spMkLst>
            <pc:docMk/>
            <pc:sldMk cId="851762440" sldId="283"/>
            <ac:spMk id="11" creationId="{AE831FB1-604E-E28B-E4C8-E608229E3858}"/>
          </ac:spMkLst>
        </pc:spChg>
        <pc:picChg chg="add mod">
          <ac:chgData name="Henrique Delegrego" userId="dda1244064eddf32" providerId="LiveId" clId="{CA81531F-D70F-4CDC-8D07-A71328B36680}" dt="2026-06-16T00:02:07.964" v="38"/>
          <ac:picMkLst>
            <pc:docMk/>
            <pc:sldMk cId="851762440" sldId="283"/>
            <ac:picMk id="10" creationId="{20816E2F-2383-F7B2-3042-84B8AAD58DC2}"/>
          </ac:picMkLst>
        </pc:picChg>
      </pc:sldChg>
      <pc:sldChg chg="addSp modSp add">
        <pc:chgData name="Henrique Delegrego" userId="dda1244064eddf32" providerId="LiveId" clId="{CA81531F-D70F-4CDC-8D07-A71328B36680}" dt="2026-06-16T00:02:11.031" v="41"/>
        <pc:sldMkLst>
          <pc:docMk/>
          <pc:sldMk cId="1759587024" sldId="284"/>
        </pc:sldMkLst>
        <pc:spChg chg="add mod">
          <ac:chgData name="Henrique Delegrego" userId="dda1244064eddf32" providerId="LiveId" clId="{CA81531F-D70F-4CDC-8D07-A71328B36680}" dt="2026-06-16T00:02:11.031" v="41"/>
          <ac:spMkLst>
            <pc:docMk/>
            <pc:sldMk cId="1759587024" sldId="284"/>
            <ac:spMk id="6" creationId="{DA8F2D4F-62F1-B107-4C1A-8DC95736C9E4}"/>
          </ac:spMkLst>
        </pc:spChg>
        <pc:spChg chg="add mod">
          <ac:chgData name="Henrique Delegrego" userId="dda1244064eddf32" providerId="LiveId" clId="{CA81531F-D70F-4CDC-8D07-A71328B36680}" dt="2026-06-16T00:02:11.031" v="41"/>
          <ac:spMkLst>
            <pc:docMk/>
            <pc:sldMk cId="1759587024" sldId="284"/>
            <ac:spMk id="7" creationId="{671FEE4B-6B22-C62A-A9B7-8E191106A73D}"/>
          </ac:spMkLst>
        </pc:spChg>
        <pc:spChg chg="add mod">
          <ac:chgData name="Henrique Delegrego" userId="dda1244064eddf32" providerId="LiveId" clId="{CA81531F-D70F-4CDC-8D07-A71328B36680}" dt="2026-06-16T00:02:11.031" v="41"/>
          <ac:spMkLst>
            <pc:docMk/>
            <pc:sldMk cId="1759587024" sldId="284"/>
            <ac:spMk id="9" creationId="{9A984B4E-B020-1EDB-F2EC-9C5433673374}"/>
          </ac:spMkLst>
        </pc:spChg>
        <pc:picChg chg="add mod">
          <ac:chgData name="Henrique Delegrego" userId="dda1244064eddf32" providerId="LiveId" clId="{CA81531F-D70F-4CDC-8D07-A71328B36680}" dt="2026-06-16T00:02:11.031" v="41"/>
          <ac:picMkLst>
            <pc:docMk/>
            <pc:sldMk cId="1759587024" sldId="284"/>
            <ac:picMk id="8" creationId="{1E0ECABB-879C-06CC-1A78-38E72A46100B}"/>
          </ac:picMkLst>
        </pc:picChg>
      </pc:sldChg>
      <pc:sldChg chg="addSp modSp add modAnim">
        <pc:chgData name="Henrique Delegrego" userId="dda1244064eddf32" providerId="LiveId" clId="{CA81531F-D70F-4CDC-8D07-A71328B36680}" dt="2026-06-16T00:02:15.188" v="44"/>
        <pc:sldMkLst>
          <pc:docMk/>
          <pc:sldMk cId="2594484661" sldId="285"/>
        </pc:sldMkLst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7" creationId="{273C6D79-1ECB-4C2C-DB1C-C9E5FB30196E}"/>
          </ac:spMkLst>
        </pc:spChg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8" creationId="{FF3EEB6F-5F4C-B647-F34F-71234BE73B4F}"/>
          </ac:spMkLst>
        </pc:spChg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9" creationId="{04E62EB2-BA06-EE3B-1686-1CD51382AC1F}"/>
          </ac:spMkLst>
        </pc:spChg>
        <pc:spChg chg="add mod">
          <ac:chgData name="Henrique Delegrego" userId="dda1244064eddf32" providerId="LiveId" clId="{CA81531F-D70F-4CDC-8D07-A71328B36680}" dt="2026-06-16T00:02:15.188" v="44"/>
          <ac:spMkLst>
            <pc:docMk/>
            <pc:sldMk cId="2594484661" sldId="285"/>
            <ac:spMk id="11" creationId="{511A601A-5633-398D-DF2A-B75D736F531C}"/>
          </ac:spMkLst>
        </pc:spChg>
        <pc:picChg chg="add mod">
          <ac:chgData name="Henrique Delegrego" userId="dda1244064eddf32" providerId="LiveId" clId="{CA81531F-D70F-4CDC-8D07-A71328B36680}" dt="2026-06-16T00:02:15.188" v="44"/>
          <ac:picMkLst>
            <pc:docMk/>
            <pc:sldMk cId="2594484661" sldId="285"/>
            <ac:picMk id="10" creationId="{8AECD34F-EC92-B382-DF4D-44CE155012D4}"/>
          </ac:picMkLst>
        </pc:picChg>
      </pc:sldChg>
      <pc:sldChg chg="addSp modSp add modAnim">
        <pc:chgData name="Henrique Delegrego" userId="dda1244064eddf32" providerId="LiveId" clId="{CA81531F-D70F-4CDC-8D07-A71328B36680}" dt="2026-06-16T00:02:18.166" v="47"/>
        <pc:sldMkLst>
          <pc:docMk/>
          <pc:sldMk cId="2924426391" sldId="286"/>
        </pc:sldMkLst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8" creationId="{906FCF4D-8DF0-2D7C-E263-AAF4E1B87204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9" creationId="{7F44DDA9-1A47-F026-EA11-682A53692626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10" creationId="{EE744C9C-4AC8-73D1-6E77-E437F98B94B8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11" creationId="{FD1FE75E-97A9-2A98-DEB8-C8B31913D402}"/>
          </ac:spMkLst>
        </pc:spChg>
        <pc:spChg chg="add mod">
          <ac:chgData name="Henrique Delegrego" userId="dda1244064eddf32" providerId="LiveId" clId="{CA81531F-D70F-4CDC-8D07-A71328B36680}" dt="2026-06-16T00:02:18.166" v="47"/>
          <ac:spMkLst>
            <pc:docMk/>
            <pc:sldMk cId="2924426391" sldId="286"/>
            <ac:spMk id="13" creationId="{7F7008B4-F173-16ED-92AB-A7532DD0EC74}"/>
          </ac:spMkLst>
        </pc:spChg>
        <pc:picChg chg="add mod">
          <ac:chgData name="Henrique Delegrego" userId="dda1244064eddf32" providerId="LiveId" clId="{CA81531F-D70F-4CDC-8D07-A71328B36680}" dt="2026-06-16T00:02:18.166" v="47"/>
          <ac:picMkLst>
            <pc:docMk/>
            <pc:sldMk cId="2924426391" sldId="286"/>
            <ac:picMk id="12" creationId="{59DFA23F-B8FD-5630-3E41-7505A0BA7252}"/>
          </ac:picMkLst>
        </pc:picChg>
      </pc:sldChg>
      <pc:sldChg chg="addSp modSp add">
        <pc:chgData name="Henrique Delegrego" userId="dda1244064eddf32" providerId="LiveId" clId="{CA81531F-D70F-4CDC-8D07-A71328B36680}" dt="2026-06-16T00:02:20.911" v="50"/>
        <pc:sldMkLst>
          <pc:docMk/>
          <pc:sldMk cId="1004756910" sldId="287"/>
        </pc:sldMkLst>
        <pc:spChg chg="add mod">
          <ac:chgData name="Henrique Delegrego" userId="dda1244064eddf32" providerId="LiveId" clId="{CA81531F-D70F-4CDC-8D07-A71328B36680}" dt="2026-06-16T00:02:20.911" v="50"/>
          <ac:spMkLst>
            <pc:docMk/>
            <pc:sldMk cId="1004756910" sldId="287"/>
            <ac:spMk id="6" creationId="{1C685FF6-FA4F-F696-D651-6539AE48794A}"/>
          </ac:spMkLst>
        </pc:spChg>
        <pc:spChg chg="add mod">
          <ac:chgData name="Henrique Delegrego" userId="dda1244064eddf32" providerId="LiveId" clId="{CA81531F-D70F-4CDC-8D07-A71328B36680}" dt="2026-06-16T00:02:20.911" v="50"/>
          <ac:spMkLst>
            <pc:docMk/>
            <pc:sldMk cId="1004756910" sldId="287"/>
            <ac:spMk id="7" creationId="{4560045F-7F56-1AD9-11BC-0BBCCFC8716D}"/>
          </ac:spMkLst>
        </pc:spChg>
        <pc:spChg chg="add mod">
          <ac:chgData name="Henrique Delegrego" userId="dda1244064eddf32" providerId="LiveId" clId="{CA81531F-D70F-4CDC-8D07-A71328B36680}" dt="2026-06-16T00:02:20.911" v="50"/>
          <ac:spMkLst>
            <pc:docMk/>
            <pc:sldMk cId="1004756910" sldId="287"/>
            <ac:spMk id="9" creationId="{199F04BF-3E7B-10D8-FA35-D65AFAD0F4FE}"/>
          </ac:spMkLst>
        </pc:spChg>
        <pc:picChg chg="add mod">
          <ac:chgData name="Henrique Delegrego" userId="dda1244064eddf32" providerId="LiveId" clId="{CA81531F-D70F-4CDC-8D07-A71328B36680}" dt="2026-06-16T00:02:20.911" v="50"/>
          <ac:picMkLst>
            <pc:docMk/>
            <pc:sldMk cId="1004756910" sldId="287"/>
            <ac:picMk id="8" creationId="{37383D80-5191-19C1-CA4C-ADFC67D9CE37}"/>
          </ac:picMkLst>
        </pc:picChg>
      </pc:sldChg>
      <pc:sldChg chg="addSp modSp add modAnim">
        <pc:chgData name="Henrique Delegrego" userId="dda1244064eddf32" providerId="LiveId" clId="{CA81531F-D70F-4CDC-8D07-A71328B36680}" dt="2026-06-16T00:02:23.851" v="53"/>
        <pc:sldMkLst>
          <pc:docMk/>
          <pc:sldMk cId="48796454" sldId="288"/>
        </pc:sldMkLst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0" creationId="{B11FE4AF-A8D3-A144-B4B5-FE0F49BA33BB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3" creationId="{41A90998-E938-7E2A-CE52-CF205B93D704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4" creationId="{8F29ECA0-565A-FEB2-33AB-6DEB8E287E93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5" creationId="{FDB3C819-706D-4C73-7D83-3CACF11ECCD4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6" creationId="{82E6006F-9AEF-8D5A-83BD-258DA8DB7DAA}"/>
          </ac:spMkLst>
        </pc:spChg>
        <pc:spChg chg="add mod">
          <ac:chgData name="Henrique Delegrego" userId="dda1244064eddf32" providerId="LiveId" clId="{CA81531F-D70F-4CDC-8D07-A71328B36680}" dt="2026-06-16T00:02:23.851" v="53"/>
          <ac:spMkLst>
            <pc:docMk/>
            <pc:sldMk cId="48796454" sldId="288"/>
            <ac:spMk id="17" creationId="{88E1EF05-DA1A-24E8-F466-852AF05CB5E8}"/>
          </ac:spMkLst>
        </pc:spChg>
        <pc:picChg chg="add mod">
          <ac:chgData name="Henrique Delegrego" userId="dda1244064eddf32" providerId="LiveId" clId="{CA81531F-D70F-4CDC-8D07-A71328B36680}" dt="2026-06-16T00:02:23.851" v="53"/>
          <ac:picMkLst>
            <pc:docMk/>
            <pc:sldMk cId="48796454" sldId="288"/>
            <ac:picMk id="11" creationId="{E3791EAC-8DE5-748C-0437-649F1A53772D}"/>
          </ac:picMkLst>
        </pc:picChg>
        <pc:picChg chg="add mod">
          <ac:chgData name="Henrique Delegrego" userId="dda1244064eddf32" providerId="LiveId" clId="{CA81531F-D70F-4CDC-8D07-A71328B36680}" dt="2026-06-16T00:02:23.851" v="53"/>
          <ac:picMkLst>
            <pc:docMk/>
            <pc:sldMk cId="48796454" sldId="288"/>
            <ac:picMk id="12" creationId="{6F4ACC7E-8AB2-7E2A-A25A-DC69890278AF}"/>
          </ac:picMkLst>
        </pc:picChg>
      </pc:sldChg>
      <pc:sldChg chg="addSp modSp add">
        <pc:chgData name="Henrique Delegrego" userId="dda1244064eddf32" providerId="LiveId" clId="{CA81531F-D70F-4CDC-8D07-A71328B36680}" dt="2026-06-16T00:02:26.951" v="56"/>
        <pc:sldMkLst>
          <pc:docMk/>
          <pc:sldMk cId="225651710" sldId="289"/>
        </pc:sldMkLst>
        <pc:spChg chg="add mod">
          <ac:chgData name="Henrique Delegrego" userId="dda1244064eddf32" providerId="LiveId" clId="{CA81531F-D70F-4CDC-8D07-A71328B36680}" dt="2026-06-16T00:02:26.951" v="56"/>
          <ac:spMkLst>
            <pc:docMk/>
            <pc:sldMk cId="225651710" sldId="289"/>
            <ac:spMk id="7" creationId="{C117826D-BF92-6B55-F9EC-21170D14B372}"/>
          </ac:spMkLst>
        </pc:spChg>
        <pc:spChg chg="add mod">
          <ac:chgData name="Henrique Delegrego" userId="dda1244064eddf32" providerId="LiveId" clId="{CA81531F-D70F-4CDC-8D07-A71328B36680}" dt="2026-06-16T00:02:26.951" v="56"/>
          <ac:spMkLst>
            <pc:docMk/>
            <pc:sldMk cId="225651710" sldId="289"/>
            <ac:spMk id="9" creationId="{5E43AB90-19D8-3C2E-5A30-659EF78F793A}"/>
          </ac:spMkLst>
        </pc:spChg>
        <pc:spChg chg="add mod">
          <ac:chgData name="Henrique Delegrego" userId="dda1244064eddf32" providerId="LiveId" clId="{CA81531F-D70F-4CDC-8D07-A71328B36680}" dt="2026-06-16T00:02:26.951" v="56"/>
          <ac:spMkLst>
            <pc:docMk/>
            <pc:sldMk cId="225651710" sldId="289"/>
            <ac:spMk id="11" creationId="{767D7B94-B495-8641-750D-DFB705B7BA7E}"/>
          </ac:spMkLst>
        </pc:spChg>
        <pc:picChg chg="add mod">
          <ac:chgData name="Henrique Delegrego" userId="dda1244064eddf32" providerId="LiveId" clId="{CA81531F-D70F-4CDC-8D07-A71328B36680}" dt="2026-06-16T00:02:26.951" v="56"/>
          <ac:picMkLst>
            <pc:docMk/>
            <pc:sldMk cId="225651710" sldId="289"/>
            <ac:picMk id="8" creationId="{E36FB4DE-4889-48B3-4BC0-53B379B3B63E}"/>
          </ac:picMkLst>
        </pc:picChg>
        <pc:picChg chg="add mod">
          <ac:chgData name="Henrique Delegrego" userId="dda1244064eddf32" providerId="LiveId" clId="{CA81531F-D70F-4CDC-8D07-A71328B36680}" dt="2026-06-16T00:02:26.951" v="56"/>
          <ac:picMkLst>
            <pc:docMk/>
            <pc:sldMk cId="225651710" sldId="289"/>
            <ac:picMk id="10" creationId="{999B2DFC-52AC-B200-BC06-00BF6C7E2398}"/>
          </ac:picMkLst>
        </pc:picChg>
      </pc:sldChg>
      <pc:sldChg chg="addSp modSp add modAnim">
        <pc:chgData name="Henrique Delegrego" userId="dda1244064eddf32" providerId="LiveId" clId="{CA81531F-D70F-4CDC-8D07-A71328B36680}" dt="2026-06-16T00:02:30.195" v="59"/>
        <pc:sldMkLst>
          <pc:docMk/>
          <pc:sldMk cId="42994092" sldId="290"/>
        </pc:sldMkLst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8" creationId="{D0BC4A55-FD36-8481-4AF3-77DBEDECE65A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0" creationId="{417299FA-65D8-256A-2B31-23FA2795443A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1" creationId="{6E5CCCC4-C20A-9564-0585-206384FE5DF8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2" creationId="{3AF4B6D5-81BB-8169-FD07-785B2B6C4F9C}"/>
          </ac:spMkLst>
        </pc:spChg>
        <pc:spChg chg="add mod">
          <ac:chgData name="Henrique Delegrego" userId="dda1244064eddf32" providerId="LiveId" clId="{CA81531F-D70F-4CDC-8D07-A71328B36680}" dt="2026-06-16T00:02:30.195" v="59"/>
          <ac:spMkLst>
            <pc:docMk/>
            <pc:sldMk cId="42994092" sldId="290"/>
            <ac:spMk id="13" creationId="{498D69E6-39BF-7C5A-F2A9-8E7799C9283A}"/>
          </ac:spMkLst>
        </pc:spChg>
        <pc:picChg chg="add mod">
          <ac:chgData name="Henrique Delegrego" userId="dda1244064eddf32" providerId="LiveId" clId="{CA81531F-D70F-4CDC-8D07-A71328B36680}" dt="2026-06-16T00:02:30.195" v="59"/>
          <ac:picMkLst>
            <pc:docMk/>
            <pc:sldMk cId="42994092" sldId="290"/>
            <ac:picMk id="9" creationId="{4EDF4BA6-7ECB-F07B-1AE3-507AFE7A3DB8}"/>
          </ac:picMkLst>
        </pc:picChg>
      </pc:sldChg>
      <pc:sldChg chg="add">
        <pc:chgData name="Henrique Delegrego" userId="dda1244064eddf32" providerId="LiveId" clId="{CA81531F-D70F-4CDC-8D07-A71328B36680}" dt="2026-06-16T00:01:52.042" v="26"/>
        <pc:sldMkLst>
          <pc:docMk/>
          <pc:sldMk cId="571025942" sldId="291"/>
        </pc:sldMkLst>
      </pc:sldChg>
      <pc:sldChg chg="addSp delSp modSp add mod delAnim modAnim">
        <pc:chgData name="Henrique Delegrego" userId="dda1244064eddf32" providerId="LiveId" clId="{CA81531F-D70F-4CDC-8D07-A71328B36680}" dt="2026-06-16T00:02:42.029" v="64"/>
        <pc:sldMkLst>
          <pc:docMk/>
          <pc:sldMk cId="3190405000" sldId="292"/>
        </pc:sldMkLst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7" creationId="{67C87C0A-0427-6B76-7562-0B2C72A4D337}"/>
          </ac:spMkLst>
        </pc:spChg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14" creationId="{C20ED59F-B40E-6238-CD99-9A5D7FD23564}"/>
          </ac:spMkLst>
        </pc:spChg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16" creationId="{B55E2B4B-2888-902F-44DE-A5C20E6437DA}"/>
          </ac:spMkLst>
        </pc:spChg>
        <pc:spChg chg="add mod">
          <ac:chgData name="Henrique Delegrego" userId="dda1244064eddf32" providerId="LiveId" clId="{CA81531F-D70F-4CDC-8D07-A71328B36680}" dt="2026-06-16T00:02:42.029" v="64"/>
          <ac:spMkLst>
            <pc:docMk/>
            <pc:sldMk cId="3190405000" sldId="292"/>
            <ac:spMk id="17" creationId="{61590DFD-B472-C3F9-B7B8-AA40440C2767}"/>
          </ac:spMkLst>
        </pc:spChg>
        <pc:picChg chg="add mod">
          <ac:chgData name="Henrique Delegrego" userId="dda1244064eddf32" providerId="LiveId" clId="{CA81531F-D70F-4CDC-8D07-A71328B36680}" dt="2026-06-16T00:02:42.029" v="64"/>
          <ac:picMkLst>
            <pc:docMk/>
            <pc:sldMk cId="3190405000" sldId="292"/>
            <ac:picMk id="15" creationId="{CCA6CB99-2A5B-4C19-041F-8C0231BA0B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EA4-6D85-77B6-9234-A9E4AF3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45F33-6650-4F83-1EA0-969EC3AB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2571-8E86-F1A9-CB0B-DE452401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BD6-25B7-8443-3587-EFDC74DB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01C9-D03D-A2C4-D617-8D988A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5374-883C-B5F2-7741-06211A63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7C7E-F35F-153E-5BBF-257B6EE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242B-77B6-263A-EDA9-DEF5E0D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106-5F7F-22A0-451C-F848D099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AC94-C646-5361-F554-096308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8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D1CA-3986-F800-2558-90ABA35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ED7-5DF2-ECD2-E82C-D8E6650D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C228-2ECF-A5C0-7D5C-6FDC6446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DB8D-0735-9E68-3A65-AC202598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4414-8A88-9CF0-22F9-E08831ED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E73-3D1F-938F-7AD8-93191CC2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556-C36B-CD71-006E-BB0803A4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8AC3-98EC-13BB-3EB2-AB26BB4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6C7D-C2C5-B84C-878F-5866188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286E-FDB7-3997-7FD4-8B8497CA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3A71C-D569-9BA6-E6FE-9E8E981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C903-C74A-00FF-9405-2E468382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56092-9743-43BB-C1C0-1576C683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A2160-E4D1-1188-1930-BBBCA73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91B48-0CC9-A095-6221-B7E7B8A5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3830-AF47-0B7E-ECEA-C07868717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55BEB-368B-3005-8E0F-AD13E60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70FBB-4F93-7578-85B9-41FAE785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C1177-EAD8-7C3B-69F4-DA07866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7639-1D23-AFA4-55CE-BF677261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3F047-8BE2-03D5-45B9-B4BF6EA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FFF6-5E25-153D-ED15-8FF5F97D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3B7DF-CE88-9898-7D69-B23F00B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F0CBD-D560-7943-D98C-BDD6695D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64AF9-02DB-E764-0416-5565776E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46AE-5078-8A1A-390A-EB34F0DA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1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22C-EA5A-D492-568C-675D5D5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36DE-1D90-8BC1-B0C7-0B4002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0E84B-AD28-A9F0-8275-F7068A88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EDE47-1217-13D7-BA07-736DC9A2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696-4409-B246-8722-92EDEEC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5CF-EF58-67A4-2AB9-0DECBD1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FA-763D-CB69-5CC3-4606EFB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26B1-62E5-91B1-70DB-E72EA35A2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A9FD-C53E-FAAE-D019-846E51CA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2D0E-021D-4538-00A0-482BF7E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F7D24-37D7-3AF3-D471-4CBCF0F4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D41EF-E430-2AE0-EB08-3B46BB7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21B8-A298-D6DF-0294-185A4E9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F777-7D80-C7A1-907A-10C0CDD6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D364-F362-5162-2BC6-6BC686D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0F82-90F2-B52B-4BDF-3F64447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711C-5988-F215-6D55-8BC5273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81B3-88EE-B8E6-0F78-189D1F3A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AAAF4-A742-52BA-3B48-368B5D67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7E9A-CA66-A8A5-2B45-DFEB00E4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131F-C19C-4DB8-103C-1B199A68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4D3-9007-53B4-4379-940D198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5A8B-17B8-84EA-E15B-8F5D47A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C61E-58BA-CB9D-9B47-AE91EDC9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AF0A-8505-72D4-D001-78515375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31F5-4D48-40F0-A61D-825EC73FB2DF}" type="datetimeFigureOut">
              <a:rPr lang="en-GB" smtClean="0"/>
              <a:t>27/06/2026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DC6D-B80C-1496-926A-0C3AA420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0143-27A1-5ED8-79F4-75BAA74F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0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86E878-BB73-3D04-121D-EA248AFD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D71ADB2-39B8-1361-2F98-767788A4A80F}"/>
              </a:ext>
            </a:extLst>
          </p:cNvPr>
          <p:cNvSpPr txBox="1">
            <a:spLocks/>
          </p:cNvSpPr>
          <p:nvPr/>
        </p:nvSpPr>
        <p:spPr>
          <a:xfrm>
            <a:off x="451757" y="1723406"/>
            <a:ext cx="11288486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560A06E-8533-D5E8-CC43-3C362EEF5054}"/>
              </a:ext>
            </a:extLst>
          </p:cNvPr>
          <p:cNvSpPr txBox="1">
            <a:spLocks/>
          </p:cNvSpPr>
          <p:nvPr/>
        </p:nvSpPr>
        <p:spPr>
          <a:xfrm>
            <a:off x="3073637" y="3990151"/>
            <a:ext cx="6044726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Professor: Henrique Delegrego</a:t>
            </a:r>
            <a:endParaRPr lang="pt-BR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Understand Dockerfile. Dockerfile is the basic concept for… | by Rocky Chen  | The Startup | Medium">
            <a:extLst>
              <a:ext uri="{FF2B5EF4-FFF2-40B4-BE49-F238E27FC236}">
                <a16:creationId xmlns:a16="http://schemas.microsoft.com/office/drawing/2014/main" id="{B2514EC7-D172-4E83-D49F-54A6B69AB7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8" t="19861" r="76591" b="27708"/>
          <a:stretch>
            <a:fillRect/>
          </a:stretch>
        </p:blipFill>
        <p:spPr bwMode="auto">
          <a:xfrm>
            <a:off x="2697342" y="4975522"/>
            <a:ext cx="1246748" cy="154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0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89C1-598A-3F39-58D7-F03934DE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C1ABCC0-C0B5-250A-694D-F0CB1B041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442B3B-BE74-C53B-86FC-85179D0650DC}"/>
              </a:ext>
            </a:extLst>
          </p:cNvPr>
          <p:cNvSpPr txBox="1"/>
          <p:nvPr/>
        </p:nvSpPr>
        <p:spPr>
          <a:xfrm>
            <a:off x="0" y="1417611"/>
            <a:ext cx="1191928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Arquivo que contém uma série de instruções para construir uma imagem Docker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instruções do Dockerfile são executadas passo a passo para criar uma imagem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instrução cria uma nova camada na imagem, que é armazenada em cache para otimizar futuras compilações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 vez que a imagem é construída, ela pode ser usada para criar e executar containers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96F32BA-ADF2-3749-68E4-F5987DC48BDE}"/>
              </a:ext>
            </a:extLst>
          </p:cNvPr>
          <p:cNvSpPr txBox="1">
            <a:spLocks/>
          </p:cNvSpPr>
          <p:nvPr/>
        </p:nvSpPr>
        <p:spPr>
          <a:xfrm>
            <a:off x="733245" y="884400"/>
            <a:ext cx="148911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Dockerfile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6305743-2F78-AE07-973F-EA32EF0704D8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4B45B-25BD-0C64-FB13-5CD6959048E9}"/>
              </a:ext>
            </a:extLst>
          </p:cNvPr>
          <p:cNvSpPr txBox="1"/>
          <p:nvPr/>
        </p:nvSpPr>
        <p:spPr>
          <a:xfrm>
            <a:off x="0" y="4394114"/>
            <a:ext cx="1191928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 o Docker, seu programa pode funcionar na sua máquina, mas falhar em outros lugares devido a diferenças no sistema operacional, dependências ou configurações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 o Docker, você define exatamente qual versão do sistema operacional, quais bibliotecas e dependências seu aplicativo precisa, assegurando que sua aplicação funcione de forma idêntica em todos os lugares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083984B-D612-DE45-70EC-1AF58DB8EC3B}"/>
              </a:ext>
            </a:extLst>
          </p:cNvPr>
          <p:cNvSpPr txBox="1">
            <a:spLocks/>
          </p:cNvSpPr>
          <p:nvPr/>
        </p:nvSpPr>
        <p:spPr>
          <a:xfrm>
            <a:off x="733245" y="3849741"/>
            <a:ext cx="378313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Por que criar um Dockerfile?</a:t>
            </a:r>
          </a:p>
        </p:txBody>
      </p:sp>
    </p:spTree>
    <p:extLst>
      <p:ext uri="{BB962C8B-B14F-4D97-AF65-F5344CB8AC3E}">
        <p14:creationId xmlns:p14="http://schemas.microsoft.com/office/powerpoint/2010/main" val="247002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5DF2-A4D7-057D-AACF-EC09402E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63E272E-4D75-E797-63B2-071C0163C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C401B4-DE12-E7D5-B435-C169650BCBED}"/>
              </a:ext>
            </a:extLst>
          </p:cNvPr>
          <p:cNvSpPr txBox="1"/>
          <p:nvPr/>
        </p:nvSpPr>
        <p:spPr>
          <a:xfrm>
            <a:off x="0" y="1790090"/>
            <a:ext cx="109030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Dockerfile consiste em uma série de pares instrução-argumento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instruções não diferenciam maiúsculas de minúsculas, mas são convencionalmente escritas em letras maiúsculas para melhorar a legibilidade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Comentários começam com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instruções com múltiplas linhas podem usar uma barra invertida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continuação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A274013-1137-4865-1C07-4991E6FC93CC}"/>
              </a:ext>
            </a:extLst>
          </p:cNvPr>
          <p:cNvSpPr txBox="1">
            <a:spLocks/>
          </p:cNvSpPr>
          <p:nvPr/>
        </p:nvSpPr>
        <p:spPr>
          <a:xfrm>
            <a:off x="692615" y="987248"/>
            <a:ext cx="136077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Estrutura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BDA7C6F-AB4A-8180-8C7E-40B3C8DC9CEE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02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6E29A-908E-50BB-50E0-BABD082B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8C1083F-AED4-4B96-DEDA-0DDF5B0B4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294431-50AE-D612-1EF6-C03877869480}"/>
              </a:ext>
            </a:extLst>
          </p:cNvPr>
          <p:cNvSpPr txBox="1"/>
          <p:nvPr/>
        </p:nvSpPr>
        <p:spPr>
          <a:xfrm>
            <a:off x="0" y="1396875"/>
            <a:ext cx="806569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a imagem base a partir da qual uma nova imagem será construída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 imagem base é uma imagem pré-existente que contém um sistema operacional, bibliotecas, ferramentas, etc (por exemplo, Python, Node, Ubuntu,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Maven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Múltiplas instruções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caracterizam um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multi-stage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que permite dividir o processo em etapas (por exemplo, uma etapa para compilar a aplicação e outra apenas para executar o resultado final)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 Dockerfile deve começar com um FROM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027DEC7-24B9-064A-6545-E1D5EC885AF5}"/>
              </a:ext>
            </a:extLst>
          </p:cNvPr>
          <p:cNvSpPr txBox="1">
            <a:spLocks/>
          </p:cNvSpPr>
          <p:nvPr/>
        </p:nvSpPr>
        <p:spPr>
          <a:xfrm>
            <a:off x="708657" y="890996"/>
            <a:ext cx="243559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Instruções: FROM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0C3567C-804A-638F-DEE7-E7324EBE9092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43A38-CB5E-B276-D19F-97C62E0DC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121" y="1324947"/>
            <a:ext cx="3647991" cy="415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31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C157-EEA7-6C53-0C99-A4290462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2E456E-9C4F-F76F-F09A-307B20B96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72E67CF1-F491-7BDE-871B-BC9166C03C25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FE78C57-592B-A648-5A40-95E7CE4ED16B}"/>
              </a:ext>
            </a:extLst>
          </p:cNvPr>
          <p:cNvSpPr txBox="1">
            <a:spLocks/>
          </p:cNvSpPr>
          <p:nvPr/>
        </p:nvSpPr>
        <p:spPr>
          <a:xfrm>
            <a:off x="725483" y="1201394"/>
            <a:ext cx="233568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Instruções: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5DE61F-9056-2FB8-2E77-B96AD576FDA1}"/>
              </a:ext>
            </a:extLst>
          </p:cNvPr>
          <p:cNvSpPr txBox="1"/>
          <p:nvPr/>
        </p:nvSpPr>
        <p:spPr>
          <a:xfrm>
            <a:off x="0" y="1860736"/>
            <a:ext cx="11117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Pega arquivos do contexto de compilação (seja o diretório em que o projeto está ou um arquivos empacotados, por exemplo: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jar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.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dll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etc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e os copia para o local desejado no sistema de arquivos da imagem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6C9E19-E0B4-E60B-7FF3-5569628C5FA6}"/>
              </a:ext>
            </a:extLst>
          </p:cNvPr>
          <p:cNvSpPr txBox="1"/>
          <p:nvPr/>
        </p:nvSpPr>
        <p:spPr>
          <a:xfrm>
            <a:off x="0" y="3997124"/>
            <a:ext cx="1084217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o executável principal que é executado quando um container é iniciado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Especifica o comando ou aplicação principal que o container deve executar, estabelecendo efetivamente o propósito do container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6FFA6E1-8463-3BA2-B491-2EBC90927C47}"/>
              </a:ext>
            </a:extLst>
          </p:cNvPr>
          <p:cNvSpPr txBox="1">
            <a:spLocks/>
          </p:cNvSpPr>
          <p:nvPr/>
        </p:nvSpPr>
        <p:spPr>
          <a:xfrm>
            <a:off x="725483" y="3542803"/>
            <a:ext cx="326978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Instruções: ENTRYPOINT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8453D-5D7D-89F5-14A4-67CE0E837348}"/>
              </a:ext>
            </a:extLst>
          </p:cNvPr>
          <p:cNvSpPr txBox="1"/>
          <p:nvPr/>
        </p:nvSpPr>
        <p:spPr>
          <a:xfrm>
            <a:off x="0" y="5551736"/>
            <a:ext cx="412865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o Dockerfile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1822CC-9512-A1EC-9B65-7CB567A40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065" y="1211826"/>
            <a:ext cx="4354294" cy="4696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B596A8-F2ED-9486-47C9-765ACAAFD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694" y="3513473"/>
            <a:ext cx="4532290" cy="4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4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D0BCE-6FAF-DD24-E695-367CAF0A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AD1CF85-02BA-2DF1-392F-A9138D560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C82ACBA-81A1-79FB-4830-4DA775CCE262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4B5DEE0-CB4A-74CC-E44F-37841E49D7B3}"/>
              </a:ext>
            </a:extLst>
          </p:cNvPr>
          <p:cNvSpPr txBox="1">
            <a:spLocks/>
          </p:cNvSpPr>
          <p:nvPr/>
        </p:nvSpPr>
        <p:spPr>
          <a:xfrm>
            <a:off x="696078" y="849506"/>
            <a:ext cx="230837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Build da imagem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9BB30-3A8C-E170-E73E-6D6063D88419}"/>
              </a:ext>
            </a:extLst>
          </p:cNvPr>
          <p:cNvSpPr txBox="1"/>
          <p:nvPr/>
        </p:nvSpPr>
        <p:spPr>
          <a:xfrm>
            <a:off x="0" y="1332206"/>
            <a:ext cx="11877869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Navegue até o diretório do Dockerfile e abra um CLI nele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Este diretório servirá como o contexto de build, o que significa que o Docker pode acessar todos os arquivos dentro dele durante o processo de construção da imagem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comando é: </a:t>
            </a:r>
            <a:r>
              <a:rPr lang="de-DE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 build -t &lt;nome-imagem&gt;:&lt;tag&gt; .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comando para iniciar o processo de construção da imagem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-t &lt;nome-imagem&gt;:&lt;tag&gt;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que você etiquete sua imagem com um nome e uma tag. Se você omitir a tag, o Docker atribuirá a tag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latest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por padrão</a:t>
            </a:r>
          </a:p>
          <a:p>
            <a:pPr marL="1177200" lvl="1" indent="-5724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ponto único significa que o diretório atual é o contexto de build. O Docker irá procurar o Dockerfile dentro deste diretório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13AE7C-7AB0-CDD0-F4EB-13FDD877F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947" y="5331171"/>
            <a:ext cx="4970106" cy="358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E445A5-D300-AE58-3638-B9FD4E2D5899}"/>
              </a:ext>
            </a:extLst>
          </p:cNvPr>
          <p:cNvSpPr txBox="1"/>
          <p:nvPr/>
        </p:nvSpPr>
        <p:spPr>
          <a:xfrm>
            <a:off x="0" y="5510647"/>
            <a:ext cx="676469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uma imagem a partir do Dockerfile</a:t>
            </a:r>
          </a:p>
        </p:txBody>
      </p:sp>
    </p:spTree>
    <p:extLst>
      <p:ext uri="{BB962C8B-B14F-4D97-AF65-F5344CB8AC3E}">
        <p14:creationId xmlns:p14="http://schemas.microsoft.com/office/powerpoint/2010/main" val="206290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0E05-3E12-5F5B-A313-2F763E3C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031494-B022-7BE8-8679-02F9432EF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9C24F0B-B393-092B-482B-55F127A198DD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E33DF-6B74-C487-ACBD-67774F572B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979" b="55332"/>
          <a:stretch>
            <a:fillRect/>
          </a:stretch>
        </p:blipFill>
        <p:spPr>
          <a:xfrm>
            <a:off x="9459917" y="5674858"/>
            <a:ext cx="2350563" cy="573542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951D2D25-CBE9-9332-D94C-CE083B6D8937}"/>
              </a:ext>
            </a:extLst>
          </p:cNvPr>
          <p:cNvSpPr txBox="1">
            <a:spLocks/>
          </p:cNvSpPr>
          <p:nvPr/>
        </p:nvSpPr>
        <p:spPr>
          <a:xfrm>
            <a:off x="752061" y="3429000"/>
            <a:ext cx="2623800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Instruções: EXPOSE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FFBBE-0676-678A-3234-0AFC9311DA77}"/>
              </a:ext>
            </a:extLst>
          </p:cNvPr>
          <p:cNvSpPr txBox="1"/>
          <p:nvPr/>
        </p:nvSpPr>
        <p:spPr>
          <a:xfrm>
            <a:off x="0" y="3939389"/>
            <a:ext cx="1058227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Documenta quais portas uma aplicação ouve e registra essa informação nos metadados da imagem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você omitir a instrução, o container continuará a ouvir na porta para a qual foi configurada internamente, mas o Docker não registrará essa informação nos metadados da imagem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432B6-947D-9F4E-C3F8-874E7064C6FD}"/>
              </a:ext>
            </a:extLst>
          </p:cNvPr>
          <p:cNvSpPr txBox="1"/>
          <p:nvPr/>
        </p:nvSpPr>
        <p:spPr>
          <a:xfrm>
            <a:off x="0" y="1861886"/>
            <a:ext cx="764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o diretório de trabalho para qualquer instrução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RUN, CMD, ENTRYPOINT, COPY e ADD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o siga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A98E61B-2E56-3081-CA14-35717B5962C7}"/>
              </a:ext>
            </a:extLst>
          </p:cNvPr>
          <p:cNvSpPr txBox="1">
            <a:spLocks/>
          </p:cNvSpPr>
          <p:nvPr/>
        </p:nvSpPr>
        <p:spPr>
          <a:xfrm>
            <a:off x="718662" y="1330402"/>
            <a:ext cx="2916859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Instruções: WORKDIR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73E3E7-D425-7E89-74AC-2E34075735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384"/>
          <a:stretch>
            <a:fillRect/>
          </a:stretch>
        </p:blipFill>
        <p:spPr>
          <a:xfrm>
            <a:off x="8608182" y="1861886"/>
            <a:ext cx="3179075" cy="1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2198B-ADB7-071A-89BA-DBEA6C26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F0A26EB-3834-789E-5125-B5E84F159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690E447-A254-8C34-09D2-B2F7339CC139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4A730B3-5439-829F-6FA8-00E691BB1D0A}"/>
              </a:ext>
            </a:extLst>
          </p:cNvPr>
          <p:cNvSpPr txBox="1">
            <a:spLocks/>
          </p:cNvSpPr>
          <p:nvPr/>
        </p:nvSpPr>
        <p:spPr>
          <a:xfrm>
            <a:off x="728615" y="896379"/>
            <a:ext cx="247633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Multi-stage builds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5E75D-CBCC-0C48-8F98-EA153072BBA6}"/>
              </a:ext>
            </a:extLst>
          </p:cNvPr>
          <p:cNvSpPr txBox="1"/>
          <p:nvPr/>
        </p:nvSpPr>
        <p:spPr>
          <a:xfrm>
            <a:off x="0" y="1605424"/>
            <a:ext cx="854612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separar o ambiente de compilação e execução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Geralmente as ferramentas de compilação são muito maiores e mais complexas do que as necessárias para execução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Essa maneira permite descartar todas as ferramentas de compilação desnecessárias antes da geração da imagem final, gerando imagens menores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 usando múltiplas instruções FROM. Cada FROM inicia um novo estágio com seu próprio sistema de arquivos e ambiente, podendo ser nomeados para maior clareza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3C8A79-E500-DAE3-E5CA-0E1F1F572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7" t="3108" r="2749" b="12024"/>
          <a:stretch>
            <a:fillRect/>
          </a:stretch>
        </p:blipFill>
        <p:spPr>
          <a:xfrm>
            <a:off x="9826460" y="1335333"/>
            <a:ext cx="2113102" cy="406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E40D-BE53-3178-D7E7-781B185E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7BD53EA-C950-FFC2-5E53-4C4C02A56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F956DC62-3200-3ACC-533D-52B5230A37ED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D9005CB-73F7-2515-2985-87E79775FB66}"/>
              </a:ext>
            </a:extLst>
          </p:cNvPr>
          <p:cNvSpPr txBox="1">
            <a:spLocks/>
          </p:cNvSpPr>
          <p:nvPr/>
        </p:nvSpPr>
        <p:spPr>
          <a:xfrm>
            <a:off x="728615" y="896379"/>
            <a:ext cx="247633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Multi-stage builds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7E6E1-23BA-1D4F-A26A-EB7BCB5DE26B}"/>
              </a:ext>
            </a:extLst>
          </p:cNvPr>
          <p:cNvSpPr txBox="1"/>
          <p:nvPr/>
        </p:nvSpPr>
        <p:spPr>
          <a:xfrm>
            <a:off x="0" y="1494853"/>
            <a:ext cx="793652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Começa com a definição de um primeiro estágio usando a instrução FROM e atribuição de um nome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aplicação é então construída utilizando as ferramentas exigidas pela linguagem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resultado é um pacote de aplicação que pode ser copiado para uma imagem de execução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Após o estágio de compilação, um segundo estágio é criado para o ambiente de execução que utiliza o artefato criado anteriormente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357E2-581F-56BC-FDAD-AF35F3869627}"/>
              </a:ext>
            </a:extLst>
          </p:cNvPr>
          <p:cNvSpPr txBox="1"/>
          <p:nvPr/>
        </p:nvSpPr>
        <p:spPr>
          <a:xfrm>
            <a:off x="-1" y="5507650"/>
            <a:ext cx="662299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uma imagem de uma API REST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4A76F-A206-3D4C-8985-93D728C22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98" y="1646100"/>
            <a:ext cx="3708096" cy="356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8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195E5-72CD-5ED7-6DE6-82F5454C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7CA3825-63F4-DAD9-473A-D98F0A0F6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FB345F0-D4FC-18D9-D73A-91D88F2CB5B1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3165806-D4E5-E628-1E0D-E09830814534}"/>
              </a:ext>
            </a:extLst>
          </p:cNvPr>
          <p:cNvSpPr txBox="1">
            <a:spLocks/>
          </p:cNvSpPr>
          <p:nvPr/>
        </p:nvSpPr>
        <p:spPr>
          <a:xfrm>
            <a:off x="750241" y="1017198"/>
            <a:ext cx="217957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Instruções: ENV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E9599-2C71-56AD-D1AA-C9B34AA8D28F}"/>
              </a:ext>
            </a:extLst>
          </p:cNvPr>
          <p:cNvSpPr txBox="1"/>
          <p:nvPr/>
        </p:nvSpPr>
        <p:spPr>
          <a:xfrm>
            <a:off x="0" y="1684715"/>
            <a:ext cx="1058227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Valores dinâmicos que podem influenciar o comportamento de processos, programas e scripts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 de passar dados de configuração para dentro dos containers sem precisar mencionar ao rodar o container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Essas variáveis estão descritas na documentação do repositório da imagem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9C60F9-9B2C-8594-237E-05194A33D943}"/>
              </a:ext>
            </a:extLst>
          </p:cNvPr>
          <p:cNvSpPr txBox="1"/>
          <p:nvPr/>
        </p:nvSpPr>
        <p:spPr>
          <a:xfrm>
            <a:off x="0" y="5109161"/>
            <a:ext cx="1152330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uma imagem de uma aplicação que depende de um banco de dados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Fazer a atividade Compreendendo Dockerfile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5A30EA-FEF3-1BB7-6B31-01F58989F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661" y="4278061"/>
            <a:ext cx="3430157" cy="72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7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942B5-CC40-80C8-5AC9-D46C3427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DC0E305-7798-42C5-5A1C-525479F44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E3D97F6-6C7F-F52A-7786-EBC31F2F5030}"/>
              </a:ext>
            </a:extLst>
          </p:cNvPr>
          <p:cNvSpPr txBox="1">
            <a:spLocks/>
          </p:cNvSpPr>
          <p:nvPr/>
        </p:nvSpPr>
        <p:spPr>
          <a:xfrm>
            <a:off x="4364182" y="209913"/>
            <a:ext cx="3463636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Criação de Imagens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C04C714-6C4C-E157-04A1-10AD3B820EF8}"/>
              </a:ext>
            </a:extLst>
          </p:cNvPr>
          <p:cNvSpPr txBox="1">
            <a:spLocks/>
          </p:cNvSpPr>
          <p:nvPr/>
        </p:nvSpPr>
        <p:spPr>
          <a:xfrm>
            <a:off x="750241" y="834318"/>
            <a:ext cx="300417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Publicação da imagem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0707B-BFDB-B2DF-789D-033F261DEE98}"/>
              </a:ext>
            </a:extLst>
          </p:cNvPr>
          <p:cNvSpPr txBox="1"/>
          <p:nvPr/>
        </p:nvSpPr>
        <p:spPr>
          <a:xfrm>
            <a:off x="0" y="1475945"/>
            <a:ext cx="1200553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Após criar o Dockerfile, construa a imagem usando seu nome de usuário do Docker Hub seguido pelo nome do aplicativo</a:t>
            </a:r>
          </a:p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-t &lt;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username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&gt;/&lt;nome-app&gt;:1.0 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B97FB-AB97-9BF5-51ED-29413FD99F6E}"/>
              </a:ext>
            </a:extLst>
          </p:cNvPr>
          <p:cNvSpPr txBox="1"/>
          <p:nvPr/>
        </p:nvSpPr>
        <p:spPr>
          <a:xfrm>
            <a:off x="0" y="5457359"/>
            <a:ext cx="1152330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publicar nossa Imagem Docker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D918AD-8021-CF98-630E-C07BF60E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61" y="3271239"/>
            <a:ext cx="9293277" cy="4175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B6BF84-6D54-98D0-2A4E-3D1D2F1B3F71}"/>
              </a:ext>
            </a:extLst>
          </p:cNvPr>
          <p:cNvSpPr txBox="1"/>
          <p:nvPr/>
        </p:nvSpPr>
        <p:spPr>
          <a:xfrm>
            <a:off x="0" y="4268922"/>
            <a:ext cx="12005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2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Depois, publique a imagem pelo Docker Desktop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3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861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Delegrego</dc:creator>
  <cp:lastModifiedBy>Henrique Delegrego</cp:lastModifiedBy>
  <cp:revision>4</cp:revision>
  <dcterms:created xsi:type="dcterms:W3CDTF">2026-03-29T23:12:05Z</dcterms:created>
  <dcterms:modified xsi:type="dcterms:W3CDTF">2026-06-28T02:05:45Z</dcterms:modified>
</cp:coreProperties>
</file>