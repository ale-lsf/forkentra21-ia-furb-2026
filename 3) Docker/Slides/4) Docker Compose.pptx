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29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D8BBE-BDA4-4ECB-995C-1140E74C0FCB}" v="15" dt="2026-07-26T21:52:15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033" autoAdjust="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4F6E77E8-3C69-4679-AC7A-0553F3B62C20}"/>
    <pc:docChg chg="custSel addSld delSld modSld">
      <pc:chgData name="Henrique Delegrego" userId="dda1244064eddf32" providerId="LiveId" clId="{4F6E77E8-3C69-4679-AC7A-0553F3B62C20}" dt="2026-07-26T21:52:17.906" v="54" actId="47"/>
      <pc:docMkLst>
        <pc:docMk/>
      </pc:docMkLst>
      <pc:sldChg chg="addSp modSp mod">
        <pc:chgData name="Henrique Delegrego" userId="dda1244064eddf32" providerId="LiveId" clId="{4F6E77E8-3C69-4679-AC7A-0553F3B62C20}" dt="2026-06-28T02:06:23.362" v="4" actId="22"/>
        <pc:sldMkLst>
          <pc:docMk/>
          <pc:sldMk cId="1652101634" sldId="256"/>
        </pc:sldMkLst>
        <pc:spChg chg="mod">
          <ac:chgData name="Henrique Delegrego" userId="dda1244064eddf32" providerId="LiveId" clId="{4F6E77E8-3C69-4679-AC7A-0553F3B62C20}" dt="2026-06-28T02:06:06.768" v="3" actId="14100"/>
          <ac:spMkLst>
            <pc:docMk/>
            <pc:sldMk cId="1652101634" sldId="256"/>
            <ac:spMk id="4" creationId="{7D71ADB2-39B8-1361-2F98-767788A4A80F}"/>
          </ac:spMkLst>
        </pc:spChg>
        <pc:picChg chg="add">
          <ac:chgData name="Henrique Delegrego" userId="dda1244064eddf32" providerId="LiveId" clId="{4F6E77E8-3C69-4679-AC7A-0553F3B62C20}" dt="2026-06-28T02:06:23.362" v="4" actId="22"/>
          <ac:picMkLst>
            <pc:docMk/>
            <pc:sldMk cId="1652101634" sldId="256"/>
            <ac:picMk id="3" creationId="{A305A71C-7789-C4CC-2585-BAB9B2A07C12}"/>
          </ac:picMkLst>
        </pc:picChg>
      </pc:sldChg>
      <pc:sldChg chg="addSp delSp modSp mod">
        <pc:chgData name="Henrique Delegrego" userId="dda1244064eddf32" providerId="LiveId" clId="{4F6E77E8-3C69-4679-AC7A-0553F3B62C20}" dt="2026-07-26T21:51:44.971" v="39"/>
        <pc:sldMkLst>
          <pc:docMk/>
          <pc:sldMk cId="571025942" sldId="291"/>
        </pc:sldMkLst>
        <pc:spChg chg="add mod">
          <ac:chgData name="Henrique Delegrego" userId="dda1244064eddf32" providerId="LiveId" clId="{4F6E77E8-3C69-4679-AC7A-0553F3B62C20}" dt="2026-07-26T21:51:40.927" v="37"/>
          <ac:spMkLst>
            <pc:docMk/>
            <pc:sldMk cId="571025942" sldId="291"/>
            <ac:spMk id="2" creationId="{D3DF860C-7B7A-13D6-B612-6A632320DE46}"/>
          </ac:spMkLst>
        </pc:spChg>
        <pc:spChg chg="add mod">
          <ac:chgData name="Henrique Delegrego" userId="dda1244064eddf32" providerId="LiveId" clId="{4F6E77E8-3C69-4679-AC7A-0553F3B62C20}" dt="2026-07-26T21:51:40.927" v="37"/>
          <ac:spMkLst>
            <pc:docMk/>
            <pc:sldMk cId="571025942" sldId="291"/>
            <ac:spMk id="3" creationId="{68EDCC48-841F-1E40-8807-A8EB636B5AFE}"/>
          </ac:spMkLst>
        </pc:spChg>
        <pc:spChg chg="add mod">
          <ac:chgData name="Henrique Delegrego" userId="dda1244064eddf32" providerId="LiveId" clId="{4F6E77E8-3C69-4679-AC7A-0553F3B62C20}" dt="2026-07-26T21:51:44.966" v="38"/>
          <ac:spMkLst>
            <pc:docMk/>
            <pc:sldMk cId="571025942" sldId="291"/>
            <ac:spMk id="4" creationId="{E044FE2B-9D35-CCC5-292D-5F8B69A7C690}"/>
          </ac:spMkLst>
        </pc:spChg>
        <pc:spChg chg="add mod">
          <ac:chgData name="Henrique Delegrego" userId="dda1244064eddf32" providerId="LiveId" clId="{4F6E77E8-3C69-4679-AC7A-0553F3B62C20}" dt="2026-07-26T21:51:44.971" v="39"/>
          <ac:spMkLst>
            <pc:docMk/>
            <pc:sldMk cId="571025942" sldId="291"/>
            <ac:spMk id="5" creationId="{C9FABA15-9F2D-4B16-0278-0CD8DF31D227}"/>
          </ac:spMkLst>
        </pc:spChg>
        <pc:spChg chg="add mod">
          <ac:chgData name="Henrique Delegrego" userId="dda1244064eddf32" providerId="LiveId" clId="{4F6E77E8-3C69-4679-AC7A-0553F3B62C20}" dt="2026-07-26T21:51:44.971" v="39"/>
          <ac:spMkLst>
            <pc:docMk/>
            <pc:sldMk cId="571025942" sldId="291"/>
            <ac:spMk id="6" creationId="{9D567E21-BA29-B4B2-7DBF-6E2EA2B2794B}"/>
          </ac:spMkLst>
        </pc:spChg>
        <pc:spChg chg="add mod">
          <ac:chgData name="Henrique Delegrego" userId="dda1244064eddf32" providerId="LiveId" clId="{4F6E77E8-3C69-4679-AC7A-0553F3B62C20}" dt="2026-07-26T21:51:44.971" v="39"/>
          <ac:spMkLst>
            <pc:docMk/>
            <pc:sldMk cId="571025942" sldId="291"/>
            <ac:spMk id="7" creationId="{9FA0BC16-1272-6A12-73D9-DC1E2FAA1EF1}"/>
          </ac:spMkLst>
        </pc:spChg>
        <pc:spChg chg="del mod">
          <ac:chgData name="Henrique Delegrego" userId="dda1244064eddf32" providerId="LiveId" clId="{4F6E77E8-3C69-4679-AC7A-0553F3B62C20}" dt="2026-07-26T21:51:39.997" v="36" actId="478"/>
          <ac:spMkLst>
            <pc:docMk/>
            <pc:sldMk cId="571025942" sldId="291"/>
            <ac:spMk id="14" creationId="{C81BBF2F-9AEA-FBAE-580C-9EA5CC0223A3}"/>
          </ac:spMkLst>
        </pc:spChg>
        <pc:spChg chg="del">
          <ac:chgData name="Henrique Delegrego" userId="dda1244064eddf32" providerId="LiveId" clId="{4F6E77E8-3C69-4679-AC7A-0553F3B62C20}" dt="2026-07-26T21:51:39.997" v="36" actId="478"/>
          <ac:spMkLst>
            <pc:docMk/>
            <pc:sldMk cId="571025942" sldId="291"/>
            <ac:spMk id="15" creationId="{AFDC3EB8-2A35-7E3D-D585-0F1DEDE8A53F}"/>
          </ac:spMkLst>
        </pc:spChg>
        <pc:spChg chg="del">
          <ac:chgData name="Henrique Delegrego" userId="dda1244064eddf32" providerId="LiveId" clId="{4F6E77E8-3C69-4679-AC7A-0553F3B62C20}" dt="2026-07-26T21:51:39.997" v="36" actId="478"/>
          <ac:spMkLst>
            <pc:docMk/>
            <pc:sldMk cId="571025942" sldId="291"/>
            <ac:spMk id="16" creationId="{84480F63-32D4-067E-49BF-892D02F2609E}"/>
          </ac:spMkLst>
        </pc:spChg>
      </pc:sldChg>
      <pc:sldChg chg="addSp delSp modSp add mod">
        <pc:chgData name="Henrique Delegrego" userId="dda1244064eddf32" providerId="LiveId" clId="{4F6E77E8-3C69-4679-AC7A-0553F3B62C20}" dt="2026-07-26T21:52:06.355" v="47"/>
        <pc:sldMkLst>
          <pc:docMk/>
          <pc:sldMk cId="1158913784" sldId="292"/>
        </pc:sldMkLst>
        <pc:spChg chg="add mod">
          <ac:chgData name="Henrique Delegrego" userId="dda1244064eddf32" providerId="LiveId" clId="{4F6E77E8-3C69-4679-AC7A-0553F3B62C20}" dt="2026-07-26T21:52:05.062" v="45"/>
          <ac:spMkLst>
            <pc:docMk/>
            <pc:sldMk cId="1158913784" sldId="292"/>
            <ac:spMk id="2" creationId="{44536CED-51DE-DBC3-7476-B3961F2E0846}"/>
          </ac:spMkLst>
        </pc:spChg>
        <pc:spChg chg="add mod">
          <ac:chgData name="Henrique Delegrego" userId="dda1244064eddf32" providerId="LiveId" clId="{4F6E77E8-3C69-4679-AC7A-0553F3B62C20}" dt="2026-07-26T21:52:05.062" v="45"/>
          <ac:spMkLst>
            <pc:docMk/>
            <pc:sldMk cId="1158913784" sldId="292"/>
            <ac:spMk id="3" creationId="{016964F7-A0D1-E508-64E4-251824897393}"/>
          </ac:spMkLst>
        </pc:spChg>
        <pc:spChg chg="add mod">
          <ac:chgData name="Henrique Delegrego" userId="dda1244064eddf32" providerId="LiveId" clId="{4F6E77E8-3C69-4679-AC7A-0553F3B62C20}" dt="2026-07-26T21:52:06.350" v="46"/>
          <ac:spMkLst>
            <pc:docMk/>
            <pc:sldMk cId="1158913784" sldId="292"/>
            <ac:spMk id="4" creationId="{5545288C-B44B-D656-CD09-8E105F628BEA}"/>
          </ac:spMkLst>
        </pc:spChg>
        <pc:spChg chg="del">
          <ac:chgData name="Henrique Delegrego" userId="dda1244064eddf32" providerId="LiveId" clId="{4F6E77E8-3C69-4679-AC7A-0553F3B62C20}" dt="2026-07-26T21:51:58.043" v="41" actId="478"/>
          <ac:spMkLst>
            <pc:docMk/>
            <pc:sldMk cId="1158913784" sldId="292"/>
            <ac:spMk id="5" creationId="{5DF5405F-A954-2A5C-FCFC-841CD862D043}"/>
          </ac:spMkLst>
        </pc:spChg>
        <pc:spChg chg="del">
          <ac:chgData name="Henrique Delegrego" userId="dda1244064eddf32" providerId="LiveId" clId="{4F6E77E8-3C69-4679-AC7A-0553F3B62C20}" dt="2026-07-26T21:51:58.043" v="41" actId="478"/>
          <ac:spMkLst>
            <pc:docMk/>
            <pc:sldMk cId="1158913784" sldId="292"/>
            <ac:spMk id="6" creationId="{35FD08EE-0EEC-A66B-2C8E-26D9B430E977}"/>
          </ac:spMkLst>
        </pc:spChg>
        <pc:spChg chg="del">
          <ac:chgData name="Henrique Delegrego" userId="dda1244064eddf32" providerId="LiveId" clId="{4F6E77E8-3C69-4679-AC7A-0553F3B62C20}" dt="2026-07-26T21:51:58.043" v="41" actId="478"/>
          <ac:spMkLst>
            <pc:docMk/>
            <pc:sldMk cId="1158913784" sldId="292"/>
            <ac:spMk id="7" creationId="{D2746022-7081-CC3E-FB10-46BA6DD472F3}"/>
          </ac:spMkLst>
        </pc:spChg>
        <pc:spChg chg="add mod">
          <ac:chgData name="Henrique Delegrego" userId="dda1244064eddf32" providerId="LiveId" clId="{4F6E77E8-3C69-4679-AC7A-0553F3B62C20}" dt="2026-07-26T21:52:06.355" v="47"/>
          <ac:spMkLst>
            <pc:docMk/>
            <pc:sldMk cId="1158913784" sldId="292"/>
            <ac:spMk id="9" creationId="{9B2E425B-6DD5-5B61-4419-A4E4535E6123}"/>
          </ac:spMkLst>
        </pc:spChg>
        <pc:spChg chg="add mod">
          <ac:chgData name="Henrique Delegrego" userId="dda1244064eddf32" providerId="LiveId" clId="{4F6E77E8-3C69-4679-AC7A-0553F3B62C20}" dt="2026-07-26T21:52:06.355" v="47"/>
          <ac:spMkLst>
            <pc:docMk/>
            <pc:sldMk cId="1158913784" sldId="292"/>
            <ac:spMk id="10" creationId="{34DBAE48-25AF-8BB0-6E77-80737954A7D1}"/>
          </ac:spMkLst>
        </pc:spChg>
        <pc:spChg chg="add mod">
          <ac:chgData name="Henrique Delegrego" userId="dda1244064eddf32" providerId="LiveId" clId="{4F6E77E8-3C69-4679-AC7A-0553F3B62C20}" dt="2026-07-26T21:52:06.355" v="47"/>
          <ac:spMkLst>
            <pc:docMk/>
            <pc:sldMk cId="1158913784" sldId="292"/>
            <ac:spMk id="11" creationId="{32BC17D8-5918-FE30-DCDF-EED9672F364C}"/>
          </ac:spMkLst>
        </pc:spChg>
        <pc:picChg chg="add mod">
          <ac:chgData name="Henrique Delegrego" userId="dda1244064eddf32" providerId="LiveId" clId="{4F6E77E8-3C69-4679-AC7A-0553F3B62C20}" dt="2026-07-26T21:52:05.062" v="45"/>
          <ac:picMkLst>
            <pc:docMk/>
            <pc:sldMk cId="1158913784" sldId="292"/>
            <ac:picMk id="8" creationId="{77E984F0-32BF-29A5-1F08-354D90AE2868}"/>
          </ac:picMkLst>
        </pc:picChg>
        <pc:picChg chg="add mod">
          <ac:chgData name="Henrique Delegrego" userId="dda1244064eddf32" providerId="LiveId" clId="{4F6E77E8-3C69-4679-AC7A-0553F3B62C20}" dt="2026-07-26T21:52:06.355" v="47"/>
          <ac:picMkLst>
            <pc:docMk/>
            <pc:sldMk cId="1158913784" sldId="292"/>
            <ac:picMk id="12" creationId="{92899078-33FE-4BAB-B8C9-82A96AFAFAD2}"/>
          </ac:picMkLst>
        </pc:picChg>
      </pc:sldChg>
      <pc:sldChg chg="del">
        <pc:chgData name="Henrique Delegrego" userId="dda1244064eddf32" providerId="LiveId" clId="{4F6E77E8-3C69-4679-AC7A-0553F3B62C20}" dt="2026-07-26T21:51:35.688" v="34" actId="47"/>
        <pc:sldMkLst>
          <pc:docMk/>
          <pc:sldMk cId="1656472884" sldId="292"/>
        </pc:sldMkLst>
      </pc:sldChg>
      <pc:sldChg chg="del">
        <pc:chgData name="Henrique Delegrego" userId="dda1244064eddf32" providerId="LiveId" clId="{4F6E77E8-3C69-4679-AC7A-0553F3B62C20}" dt="2026-07-26T21:51:35.688" v="34" actId="47"/>
        <pc:sldMkLst>
          <pc:docMk/>
          <pc:sldMk cId="1362232059" sldId="293"/>
        </pc:sldMkLst>
      </pc:sldChg>
      <pc:sldChg chg="addSp modSp add modAnim">
        <pc:chgData name="Henrique Delegrego" userId="dda1244064eddf32" providerId="LiveId" clId="{4F6E77E8-3C69-4679-AC7A-0553F3B62C20}" dt="2026-07-26T21:52:10.778" v="50"/>
        <pc:sldMkLst>
          <pc:docMk/>
          <pc:sldMk cId="2812252015" sldId="293"/>
        </pc:sldMkLst>
        <pc:spChg chg="add mod">
          <ac:chgData name="Henrique Delegrego" userId="dda1244064eddf32" providerId="LiveId" clId="{4F6E77E8-3C69-4679-AC7A-0553F3B62C20}" dt="2026-07-26T21:52:09.846" v="48"/>
          <ac:spMkLst>
            <pc:docMk/>
            <pc:sldMk cId="2812252015" sldId="293"/>
            <ac:spMk id="2" creationId="{830AF342-4406-F35A-8069-E65C26505517}"/>
          </ac:spMkLst>
        </pc:spChg>
        <pc:spChg chg="add mod">
          <ac:chgData name="Henrique Delegrego" userId="dda1244064eddf32" providerId="LiveId" clId="{4F6E77E8-3C69-4679-AC7A-0553F3B62C20}" dt="2026-07-26T21:52:09.846" v="48"/>
          <ac:spMkLst>
            <pc:docMk/>
            <pc:sldMk cId="2812252015" sldId="293"/>
            <ac:spMk id="3" creationId="{B751660F-1CFD-0C9D-2EFC-51E685E460A8}"/>
          </ac:spMkLst>
        </pc:spChg>
        <pc:spChg chg="add mod">
          <ac:chgData name="Henrique Delegrego" userId="dda1244064eddf32" providerId="LiveId" clId="{4F6E77E8-3C69-4679-AC7A-0553F3B62C20}" dt="2026-07-26T21:52:10.772" v="49"/>
          <ac:spMkLst>
            <pc:docMk/>
            <pc:sldMk cId="2812252015" sldId="293"/>
            <ac:spMk id="4" creationId="{A5E8C690-0AC4-6893-FA62-B45CC2049735}"/>
          </ac:spMkLst>
        </pc:spChg>
        <pc:spChg chg="add mod">
          <ac:chgData name="Henrique Delegrego" userId="dda1244064eddf32" providerId="LiveId" clId="{4F6E77E8-3C69-4679-AC7A-0553F3B62C20}" dt="2026-07-26T21:52:09.846" v="48"/>
          <ac:spMkLst>
            <pc:docMk/>
            <pc:sldMk cId="2812252015" sldId="293"/>
            <ac:spMk id="5" creationId="{729A4A85-87BB-4EF8-8770-CEA6001490B2}"/>
          </ac:spMkLst>
        </pc:spChg>
        <pc:spChg chg="add mod">
          <ac:chgData name="Henrique Delegrego" userId="dda1244064eddf32" providerId="LiveId" clId="{4F6E77E8-3C69-4679-AC7A-0553F3B62C20}" dt="2026-07-26T21:52:09.846" v="48"/>
          <ac:spMkLst>
            <pc:docMk/>
            <pc:sldMk cId="2812252015" sldId="293"/>
            <ac:spMk id="6" creationId="{A6E89506-3B2C-1EF2-B781-F70D40BB7DE3}"/>
          </ac:spMkLst>
        </pc:spChg>
        <pc:spChg chg="add mod">
          <ac:chgData name="Henrique Delegrego" userId="dda1244064eddf32" providerId="LiveId" clId="{4F6E77E8-3C69-4679-AC7A-0553F3B62C20}" dt="2026-07-26T21:52:09.846" v="48"/>
          <ac:spMkLst>
            <pc:docMk/>
            <pc:sldMk cId="2812252015" sldId="293"/>
            <ac:spMk id="7" creationId="{B0E30496-4693-A435-F8B7-2626C69546EC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0" creationId="{D4987BA2-CC5C-BD9F-92DC-9CB7B6FFEE7C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1" creationId="{EB072E7A-1BC9-8AC5-379A-A11C882F4F5C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2" creationId="{B6DC9A0C-97DE-B777-7EF1-CA57323A9303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3" creationId="{C89C81B4-608E-A949-59AC-90215202CADB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4" creationId="{160F2E51-4BBB-6607-C1B1-22549CD1B7AC}"/>
          </ac:spMkLst>
        </pc:spChg>
        <pc:spChg chg="add mod">
          <ac:chgData name="Henrique Delegrego" userId="dda1244064eddf32" providerId="LiveId" clId="{4F6E77E8-3C69-4679-AC7A-0553F3B62C20}" dt="2026-07-26T21:52:10.778" v="50"/>
          <ac:spMkLst>
            <pc:docMk/>
            <pc:sldMk cId="2812252015" sldId="293"/>
            <ac:spMk id="15" creationId="{60726EDD-0B02-6C6A-E698-A96A057C1B52}"/>
          </ac:spMkLst>
        </pc:spChg>
        <pc:picChg chg="add mod">
          <ac:chgData name="Henrique Delegrego" userId="dda1244064eddf32" providerId="LiveId" clId="{4F6E77E8-3C69-4679-AC7A-0553F3B62C20}" dt="2026-07-26T21:52:09.846" v="48"/>
          <ac:picMkLst>
            <pc:docMk/>
            <pc:sldMk cId="2812252015" sldId="293"/>
            <ac:picMk id="8" creationId="{7463D87F-CE9D-28F2-B599-DA051C401327}"/>
          </ac:picMkLst>
        </pc:picChg>
        <pc:picChg chg="add mod">
          <ac:chgData name="Henrique Delegrego" userId="dda1244064eddf32" providerId="LiveId" clId="{4F6E77E8-3C69-4679-AC7A-0553F3B62C20}" dt="2026-07-26T21:52:09.846" v="48"/>
          <ac:picMkLst>
            <pc:docMk/>
            <pc:sldMk cId="2812252015" sldId="293"/>
            <ac:picMk id="9" creationId="{43DE78F3-72BC-E5DB-F754-A00BE7A28BD7}"/>
          </ac:picMkLst>
        </pc:picChg>
        <pc:picChg chg="add mod">
          <ac:chgData name="Henrique Delegrego" userId="dda1244064eddf32" providerId="LiveId" clId="{4F6E77E8-3C69-4679-AC7A-0553F3B62C20}" dt="2026-07-26T21:52:10.778" v="50"/>
          <ac:picMkLst>
            <pc:docMk/>
            <pc:sldMk cId="2812252015" sldId="293"/>
            <ac:picMk id="16" creationId="{457BE966-9F90-DFB1-FB05-B91408D7B36A}"/>
          </ac:picMkLst>
        </pc:picChg>
        <pc:picChg chg="add mod">
          <ac:chgData name="Henrique Delegrego" userId="dda1244064eddf32" providerId="LiveId" clId="{4F6E77E8-3C69-4679-AC7A-0553F3B62C20}" dt="2026-07-26T21:52:10.778" v="50"/>
          <ac:picMkLst>
            <pc:docMk/>
            <pc:sldMk cId="2812252015" sldId="293"/>
            <ac:picMk id="17" creationId="{D413E950-DD1C-C7EC-E2AD-3464037A6ED2}"/>
          </ac:picMkLst>
        </pc:picChg>
      </pc:sldChg>
      <pc:sldChg chg="addSp modSp add modAnim">
        <pc:chgData name="Henrique Delegrego" userId="dda1244064eddf32" providerId="LiveId" clId="{4F6E77E8-3C69-4679-AC7A-0553F3B62C20}" dt="2026-07-26T21:52:15.372" v="53"/>
        <pc:sldMkLst>
          <pc:docMk/>
          <pc:sldMk cId="1717011763" sldId="294"/>
        </pc:sldMkLst>
        <pc:spChg chg="add mod">
          <ac:chgData name="Henrique Delegrego" userId="dda1244064eddf32" providerId="LiveId" clId="{4F6E77E8-3C69-4679-AC7A-0553F3B62C20}" dt="2026-07-26T21:52:14.417" v="51"/>
          <ac:spMkLst>
            <pc:docMk/>
            <pc:sldMk cId="1717011763" sldId="294"/>
            <ac:spMk id="2" creationId="{1856B2A3-8E78-E031-D225-B65821176D2D}"/>
          </ac:spMkLst>
        </pc:spChg>
        <pc:spChg chg="add mod">
          <ac:chgData name="Henrique Delegrego" userId="dda1244064eddf32" providerId="LiveId" clId="{4F6E77E8-3C69-4679-AC7A-0553F3B62C20}" dt="2026-07-26T21:52:14.417" v="51"/>
          <ac:spMkLst>
            <pc:docMk/>
            <pc:sldMk cId="1717011763" sldId="294"/>
            <ac:spMk id="3" creationId="{0CFCEAC5-57BF-0586-1DFA-3C89FAFE4C5C}"/>
          </ac:spMkLst>
        </pc:spChg>
        <pc:spChg chg="add mod">
          <ac:chgData name="Henrique Delegrego" userId="dda1244064eddf32" providerId="LiveId" clId="{4F6E77E8-3C69-4679-AC7A-0553F3B62C20}" dt="2026-07-26T21:52:15.365" v="52"/>
          <ac:spMkLst>
            <pc:docMk/>
            <pc:sldMk cId="1717011763" sldId="294"/>
            <ac:spMk id="4" creationId="{7352DBC2-DE8D-62F0-F872-FCAC653729F4}"/>
          </ac:spMkLst>
        </pc:spChg>
        <pc:spChg chg="add mod">
          <ac:chgData name="Henrique Delegrego" userId="dda1244064eddf32" providerId="LiveId" clId="{4F6E77E8-3C69-4679-AC7A-0553F3B62C20}" dt="2026-07-26T21:52:14.417" v="51"/>
          <ac:spMkLst>
            <pc:docMk/>
            <pc:sldMk cId="1717011763" sldId="294"/>
            <ac:spMk id="6" creationId="{FDC8EF86-FFFB-F3B0-83F4-1734BB5E549C}"/>
          </ac:spMkLst>
        </pc:spChg>
        <pc:spChg chg="add mod">
          <ac:chgData name="Henrique Delegrego" userId="dda1244064eddf32" providerId="LiveId" clId="{4F6E77E8-3C69-4679-AC7A-0553F3B62C20}" dt="2026-07-26T21:52:14.417" v="51"/>
          <ac:spMkLst>
            <pc:docMk/>
            <pc:sldMk cId="1717011763" sldId="294"/>
            <ac:spMk id="7" creationId="{0C0BE183-693E-1667-42FA-382E24844339}"/>
          </ac:spMkLst>
        </pc:spChg>
        <pc:spChg chg="add mod">
          <ac:chgData name="Henrique Delegrego" userId="dda1244064eddf32" providerId="LiveId" clId="{4F6E77E8-3C69-4679-AC7A-0553F3B62C20}" dt="2026-07-26T21:52:14.417" v="51"/>
          <ac:spMkLst>
            <pc:docMk/>
            <pc:sldMk cId="1717011763" sldId="294"/>
            <ac:spMk id="9" creationId="{B912D5EB-468B-FBBE-8DF7-4BE378BA42CE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0" creationId="{FEE1A97E-1825-CD13-BA38-401B2449BBB2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1" creationId="{D0494CD6-206B-8257-6B8C-067213B0E8AA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2" creationId="{B593C05E-B675-A944-626E-4831F2A38F4E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4" creationId="{4E55BA2F-9E47-A7F2-486F-3906F46CE9BE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5" creationId="{EA8730C0-15A2-A97E-CB5E-26E69A4DF5BE}"/>
          </ac:spMkLst>
        </pc:spChg>
        <pc:spChg chg="add mod">
          <ac:chgData name="Henrique Delegrego" userId="dda1244064eddf32" providerId="LiveId" clId="{4F6E77E8-3C69-4679-AC7A-0553F3B62C20}" dt="2026-07-26T21:52:15.372" v="53"/>
          <ac:spMkLst>
            <pc:docMk/>
            <pc:sldMk cId="1717011763" sldId="294"/>
            <ac:spMk id="17" creationId="{C919389E-EA4A-A31D-B857-1CC42F99605B}"/>
          </ac:spMkLst>
        </pc:spChg>
        <pc:picChg chg="add mod">
          <ac:chgData name="Henrique Delegrego" userId="dda1244064eddf32" providerId="LiveId" clId="{4F6E77E8-3C69-4679-AC7A-0553F3B62C20}" dt="2026-07-26T21:52:14.417" v="51"/>
          <ac:picMkLst>
            <pc:docMk/>
            <pc:sldMk cId="1717011763" sldId="294"/>
            <ac:picMk id="5" creationId="{BC91D699-4176-B146-D429-3543E8CE7674}"/>
          </ac:picMkLst>
        </pc:picChg>
        <pc:picChg chg="add mod">
          <ac:chgData name="Henrique Delegrego" userId="dda1244064eddf32" providerId="LiveId" clId="{4F6E77E8-3C69-4679-AC7A-0553F3B62C20}" dt="2026-07-26T21:52:14.417" v="51"/>
          <ac:picMkLst>
            <pc:docMk/>
            <pc:sldMk cId="1717011763" sldId="294"/>
            <ac:picMk id="8" creationId="{3C5B6DFE-28A7-10E3-374B-FF3C5719455D}"/>
          </ac:picMkLst>
        </pc:picChg>
        <pc:picChg chg="add mod">
          <ac:chgData name="Henrique Delegrego" userId="dda1244064eddf32" providerId="LiveId" clId="{4F6E77E8-3C69-4679-AC7A-0553F3B62C20}" dt="2026-07-26T21:52:15.372" v="53"/>
          <ac:picMkLst>
            <pc:docMk/>
            <pc:sldMk cId="1717011763" sldId="294"/>
            <ac:picMk id="13" creationId="{6D02343F-67BA-A87C-D1F8-83888D485BBF}"/>
          </ac:picMkLst>
        </pc:picChg>
        <pc:picChg chg="add mod">
          <ac:chgData name="Henrique Delegrego" userId="dda1244064eddf32" providerId="LiveId" clId="{4F6E77E8-3C69-4679-AC7A-0553F3B62C20}" dt="2026-07-26T21:52:15.372" v="53"/>
          <ac:picMkLst>
            <pc:docMk/>
            <pc:sldMk cId="1717011763" sldId="294"/>
            <ac:picMk id="16" creationId="{F6542A91-A382-C7A0-F89D-E2D4597E1D6E}"/>
          </ac:picMkLst>
        </pc:picChg>
      </pc:sldChg>
      <pc:sldChg chg="del">
        <pc:chgData name="Henrique Delegrego" userId="dda1244064eddf32" providerId="LiveId" clId="{4F6E77E8-3C69-4679-AC7A-0553F3B62C20}" dt="2026-07-26T21:51:35.688" v="34" actId="47"/>
        <pc:sldMkLst>
          <pc:docMk/>
          <pc:sldMk cId="3048760948" sldId="294"/>
        </pc:sldMkLst>
      </pc:sldChg>
      <pc:sldChg chg="del">
        <pc:chgData name="Henrique Delegrego" userId="dda1244064eddf32" providerId="LiveId" clId="{4F6E77E8-3C69-4679-AC7A-0553F3B62C20}" dt="2026-07-26T21:51:35.688" v="34" actId="47"/>
        <pc:sldMkLst>
          <pc:docMk/>
          <pc:sldMk cId="641890687" sldId="295"/>
        </pc:sldMkLst>
      </pc:sldChg>
      <pc:sldChg chg="add del">
        <pc:chgData name="Henrique Delegrego" userId="dda1244064eddf32" providerId="LiveId" clId="{4F6E77E8-3C69-4679-AC7A-0553F3B62C20}" dt="2026-07-26T21:52:17.906" v="54" actId="47"/>
        <pc:sldMkLst>
          <pc:docMk/>
          <pc:sldMk cId="2009800634" sldId="295"/>
        </pc:sldMkLst>
      </pc:sldChg>
    </pc:docChg>
  </pc:docChgLst>
  <pc:docChgLst>
    <pc:chgData name="Henrique Delegrego" userId="dda1244064eddf32" providerId="LiveId" clId="{CA81531F-D70F-4CDC-8D07-A71328B36680}"/>
    <pc:docChg chg="undo custSel addSld delSld modSld">
      <pc:chgData name="Henrique Delegrego" userId="dda1244064eddf32" providerId="LiveId" clId="{CA81531F-D70F-4CDC-8D07-A71328B36680}" dt="2026-07-02T17:51:11.584" v="93"/>
      <pc:docMkLst>
        <pc:docMk/>
      </pc:docMkLst>
      <pc:sldChg chg="addSp delSp modSp add mod">
        <pc:chgData name="Henrique Delegrego" userId="dda1244064eddf32" providerId="LiveId" clId="{CA81531F-D70F-4CDC-8D07-A71328B36680}" dt="2026-07-02T17:50:56.525" v="81"/>
        <pc:sldMkLst>
          <pc:docMk/>
          <pc:sldMk cId="571025942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3513221" y="1723406"/>
            <a:ext cx="5165558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5A71C-7789-C4CC-2585-BAB9B2A0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238" y="5132475"/>
            <a:ext cx="1324098" cy="14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5DF2-A4D7-057D-AACF-EC09402E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3E272E-4D75-E797-63B2-071C0163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FABA15-9F2D-4B16-0278-0CD8DF31D227}"/>
              </a:ext>
            </a:extLst>
          </p:cNvPr>
          <p:cNvSpPr txBox="1"/>
          <p:nvPr/>
        </p:nvSpPr>
        <p:spPr>
          <a:xfrm>
            <a:off x="0" y="1933633"/>
            <a:ext cx="1191928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Ferramenta para definir e gerenciar aplicações Docker com múltiplos containers, coordenando a inicialização deles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quando a aplicação precisa de múltiplos containers, como por exemplo: api, banco de dados, front-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caches, entre outros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 vez de iniciar os containers um por um e os unir por uma rede manualmente, o Compose permite que você configure tudo em um único arquivo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compose.yaml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arquivo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yaml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um arquivo de configuração em texto simples que utiliza uma estrutura com indentação e pares chave-valor, para armazenar dados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D567E21-BA29-B4B2-7DBF-6E2EA2B2794B}"/>
              </a:ext>
            </a:extLst>
          </p:cNvPr>
          <p:cNvSpPr txBox="1">
            <a:spLocks/>
          </p:cNvSpPr>
          <p:nvPr/>
        </p:nvSpPr>
        <p:spPr>
          <a:xfrm>
            <a:off x="723084" y="1189200"/>
            <a:ext cx="16035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Introdução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FA0BC16-1272-6A12-73D9-DC1E2FAA1EF1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2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422B-F382-BE3C-FD98-A24B7AF9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E19BFE-96DB-5FE9-0D5C-DBE7FAF47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2E425B-6DD5-5B61-4419-A4E4535E6123}"/>
              </a:ext>
            </a:extLst>
          </p:cNvPr>
          <p:cNvSpPr txBox="1"/>
          <p:nvPr/>
        </p:nvSpPr>
        <p:spPr>
          <a:xfrm>
            <a:off x="0" y="1383615"/>
            <a:ext cx="119888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Chave que define todos os containers que compõem a aplicação, identificados por nome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serviço representa um tipo de container (ou múltiplas instâncias desse tipo) e pode incluir instruções sobre: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 imagem usar, seja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-construída (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ou como construí-la (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Portas a serem expostas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Variáveis de ambiente, segredos e configurações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Dependências em outros serviços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 para persistir ou compartilhar dados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Redes para se conectar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Políticas de reinicialização e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DBAE48-25AF-8BB0-6E77-80737954A7D1}"/>
              </a:ext>
            </a:extLst>
          </p:cNvPr>
          <p:cNvSpPr txBox="1">
            <a:spLocks/>
          </p:cNvSpPr>
          <p:nvPr/>
        </p:nvSpPr>
        <p:spPr>
          <a:xfrm>
            <a:off x="740917" y="748174"/>
            <a:ext cx="121851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2BC17D8-5918-FE30-DCDF-EED9672F364C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899078-33FE-4BAB-B8C9-82A96AFA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134" y="3730924"/>
            <a:ext cx="1702996" cy="214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1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461E-3DC2-7741-39AC-E17302FB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46409FB-E4EF-E277-8195-7961B1F57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987BA2-CC5C-BD9F-92DC-9CB7B6FFEE7C}"/>
              </a:ext>
            </a:extLst>
          </p:cNvPr>
          <p:cNvSpPr txBox="1"/>
          <p:nvPr/>
        </p:nvSpPr>
        <p:spPr>
          <a:xfrm>
            <a:off x="0" y="1239464"/>
            <a:ext cx="119888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construir uma imagem a partir de um Dockerfile como parte do processo de inicialização dos seus serviços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é utilizado para especificar o caminho até o Dockerfile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 imagem já existe localmente, ela é utilizada sem reconstruir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B072E7A-1BC9-8AC5-379A-A11C882F4F5C}"/>
              </a:ext>
            </a:extLst>
          </p:cNvPr>
          <p:cNvSpPr txBox="1">
            <a:spLocks/>
          </p:cNvSpPr>
          <p:nvPr/>
        </p:nvSpPr>
        <p:spPr>
          <a:xfrm>
            <a:off x="712925" y="701520"/>
            <a:ext cx="82662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build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6DC9A0C-97DE-B777-7EF1-CA57323A9303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89C81B4-608E-A949-59AC-90215202CADB}"/>
              </a:ext>
            </a:extLst>
          </p:cNvPr>
          <p:cNvSpPr txBox="1">
            <a:spLocks/>
          </p:cNvSpPr>
          <p:nvPr/>
        </p:nvSpPr>
        <p:spPr>
          <a:xfrm>
            <a:off x="712925" y="3345119"/>
            <a:ext cx="9572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F2E51-4BBB-6607-C1B1-22549CD1B7AC}"/>
              </a:ext>
            </a:extLst>
          </p:cNvPr>
          <p:cNvSpPr txBox="1"/>
          <p:nvPr/>
        </p:nvSpPr>
        <p:spPr>
          <a:xfrm>
            <a:off x="0" y="4151957"/>
            <a:ext cx="1153263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pegar uma imagem já construída em vez de construir uma, seja do Docker Hub ou local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 imagem já existe localmente, ela é utilizada sem reconstruir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726EDD-0B02-6C6A-E698-A96A057C1B52}"/>
              </a:ext>
            </a:extLst>
          </p:cNvPr>
          <p:cNvSpPr txBox="1"/>
          <p:nvPr/>
        </p:nvSpPr>
        <p:spPr>
          <a:xfrm>
            <a:off x="0" y="5509796"/>
            <a:ext cx="446936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o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compose.yaml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7BE966-9F90-DFB1-FB05-B91408D7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166" y="2090751"/>
            <a:ext cx="2488868" cy="87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13E950-DD1C-C7EC-E2AD-3464037A6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211" y="5052976"/>
            <a:ext cx="2212823" cy="9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C0B6-3B67-7685-E41D-0577DDFA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6869288-80F0-2438-72E2-1C74626AC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E1A97E-1825-CD13-BA38-401B2449BBB2}"/>
              </a:ext>
            </a:extLst>
          </p:cNvPr>
          <p:cNvSpPr txBox="1"/>
          <p:nvPr/>
        </p:nvSpPr>
        <p:spPr>
          <a:xfrm>
            <a:off x="0" y="1331709"/>
            <a:ext cx="119888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como as portas de rede da sua máquina host são mapeadas (publicadas) para as portas expostas por um container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Necessário quando você deseja acessar um serviço em execução dentro de um container a partir de fora da rede Docker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0494CD6-206B-8257-6B8C-067213B0E8AA}"/>
              </a:ext>
            </a:extLst>
          </p:cNvPr>
          <p:cNvSpPr txBox="1">
            <a:spLocks/>
          </p:cNvSpPr>
          <p:nvPr/>
        </p:nvSpPr>
        <p:spPr>
          <a:xfrm>
            <a:off x="722255" y="865955"/>
            <a:ext cx="88260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593C05E-B675-A944-626E-4831F2A38F4E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02343F-67BA-A87C-D1F8-83888D485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611" y="2810209"/>
            <a:ext cx="2193189" cy="6786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55BA2F-9E47-A7F2-486F-3906F46CE9BE}"/>
              </a:ext>
            </a:extLst>
          </p:cNvPr>
          <p:cNvSpPr txBox="1"/>
          <p:nvPr/>
        </p:nvSpPr>
        <p:spPr>
          <a:xfrm>
            <a:off x="0" y="3677964"/>
            <a:ext cx="119888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Usada para definir variáveis ​​de ambiente que estarão disponíveis dentro de um container quando ele for iniciado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Normalmente usada com credenciais de banco de dados, URLs de serviço, chaves de API, portas e flags de recursos que seu aplicativo precisa em tempo de execução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A8730C0-15A2-A97E-CB5E-26E69A4DF5BE}"/>
              </a:ext>
            </a:extLst>
          </p:cNvPr>
          <p:cNvSpPr txBox="1">
            <a:spLocks/>
          </p:cNvSpPr>
          <p:nvPr/>
        </p:nvSpPr>
        <p:spPr>
          <a:xfrm>
            <a:off x="722255" y="3193692"/>
            <a:ext cx="183433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542A91-A382-C7A0-F89D-E2D4597E1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905" y="5692101"/>
            <a:ext cx="3479895" cy="4971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919389E-EA4A-A31D-B857-1CC42F99605B}"/>
              </a:ext>
            </a:extLst>
          </p:cNvPr>
          <p:cNvSpPr txBox="1"/>
          <p:nvPr/>
        </p:nvSpPr>
        <p:spPr>
          <a:xfrm>
            <a:off x="0" y="5602875"/>
            <a:ext cx="787790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 diferentes serviços</a:t>
            </a:r>
          </a:p>
        </p:txBody>
      </p:sp>
    </p:spTree>
    <p:extLst>
      <p:ext uri="{BB962C8B-B14F-4D97-AF65-F5344CB8AC3E}">
        <p14:creationId xmlns:p14="http://schemas.microsoft.com/office/powerpoint/2010/main" val="171701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375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4</cp:revision>
  <dcterms:created xsi:type="dcterms:W3CDTF">2026-03-29T23:12:05Z</dcterms:created>
  <dcterms:modified xsi:type="dcterms:W3CDTF">2026-07-26T21:52:22Z</dcterms:modified>
</cp:coreProperties>
</file>