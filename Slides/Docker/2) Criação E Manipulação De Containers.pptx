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80908-464F-44E0-939F-6870CB9DB0A1}" v="55" dt="2026-06-16T00:02:42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5033" autoAdjust="0"/>
  </p:normalViewPr>
  <p:slideViewPr>
    <p:cSldViewPr snapToGrid="0">
      <p:cViewPr varScale="1">
        <p:scale>
          <a:sx n="47" d="100"/>
          <a:sy n="47" d="100"/>
        </p:scale>
        <p:origin x="72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Delegrego" userId="dda1244064eddf32" providerId="LiveId" clId="{CA81531F-D70F-4CDC-8D07-A71328B36680}"/>
    <pc:docChg chg="undo custSel addSld delSld modSld">
      <pc:chgData name="Henrique Delegrego" userId="dda1244064eddf32" providerId="LiveId" clId="{CA81531F-D70F-4CDC-8D07-A71328B36680}" dt="2026-06-16T00:02:42.029" v="64"/>
      <pc:docMkLst>
        <pc:docMk/>
      </pc:docMkLst>
      <pc:sldChg chg="modSp mod">
        <pc:chgData name="Henrique Delegrego" userId="dda1244064eddf32" providerId="LiveId" clId="{CA81531F-D70F-4CDC-8D07-A71328B36680}" dt="2026-06-16T00:01:33.791" v="9" actId="14100"/>
        <pc:sldMkLst>
          <pc:docMk/>
          <pc:sldMk cId="1652101634" sldId="256"/>
        </pc:sldMkLst>
        <pc:spChg chg="mod">
          <ac:chgData name="Henrique Delegrego" userId="dda1244064eddf32" providerId="LiveId" clId="{CA81531F-D70F-4CDC-8D07-A71328B36680}" dt="2026-06-16T00:01:33.791" v="9" actId="14100"/>
          <ac:spMkLst>
            <pc:docMk/>
            <pc:sldMk cId="1652101634" sldId="256"/>
            <ac:spMk id="4" creationId="{7D71ADB2-39B8-1361-2F98-767788A4A80F}"/>
          </ac:spMkLst>
        </pc:spChg>
      </pc:sldChg>
      <pc:sldChg chg="addSp delSp modSp mod modAnim">
        <pc:chgData name="Henrique Delegrego" userId="dda1244064eddf32" providerId="LiveId" clId="{CA81531F-D70F-4CDC-8D07-A71328B36680}" dt="2026-06-16T00:01:56.626" v="29"/>
        <pc:sldMkLst>
          <pc:docMk/>
          <pc:sldMk cId="3649831290" sldId="280"/>
        </pc:sldMkLst>
        <pc:spChg chg="add mod">
          <ac:chgData name="Henrique Delegrego" userId="dda1244064eddf32" providerId="LiveId" clId="{CA81531F-D70F-4CDC-8D07-A71328B36680}" dt="2026-06-16T00:01:55.925" v="27"/>
          <ac:spMkLst>
            <pc:docMk/>
            <pc:sldMk cId="3649831290" sldId="280"/>
            <ac:spMk id="2" creationId="{624EAFE9-3BFB-D851-10C0-E28000EEBBEB}"/>
          </ac:spMkLst>
        </pc:spChg>
        <pc:spChg chg="add mod">
          <ac:chgData name="Henrique Delegrego" userId="dda1244064eddf32" providerId="LiveId" clId="{CA81531F-D70F-4CDC-8D07-A71328B36680}" dt="2026-06-16T00:01:55.925" v="27"/>
          <ac:spMkLst>
            <pc:docMk/>
            <pc:sldMk cId="3649831290" sldId="280"/>
            <ac:spMk id="3" creationId="{CD05FDBB-D8ED-D749-8CE8-86A611742BCE}"/>
          </ac:spMkLst>
        </pc:spChg>
        <pc:spChg chg="add mod">
          <ac:chgData name="Henrique Delegrego" userId="dda1244064eddf32" providerId="LiveId" clId="{CA81531F-D70F-4CDC-8D07-A71328B36680}" dt="2026-06-16T00:01:55.925" v="27"/>
          <ac:spMkLst>
            <pc:docMk/>
            <pc:sldMk cId="3649831290" sldId="280"/>
            <ac:spMk id="4" creationId="{3586383A-20C1-D42D-785E-62FEE8A91145}"/>
          </ac:spMkLst>
        </pc:spChg>
        <pc:spChg chg="del">
          <ac:chgData name="Henrique Delegrego" userId="dda1244064eddf32" providerId="LiveId" clId="{CA81531F-D70F-4CDC-8D07-A71328B36680}" dt="2026-06-16T00:01:42.322" v="10" actId="478"/>
          <ac:spMkLst>
            <pc:docMk/>
            <pc:sldMk cId="3649831290" sldId="280"/>
            <ac:spMk id="5" creationId="{8CFBF4B7-D9F3-7A71-D028-524DD76D98C1}"/>
          </ac:spMkLst>
        </pc:spChg>
        <pc:spChg chg="del">
          <ac:chgData name="Henrique Delegrego" userId="dda1244064eddf32" providerId="LiveId" clId="{CA81531F-D70F-4CDC-8D07-A71328B36680}" dt="2026-06-16T00:01:42.322" v="10" actId="478"/>
          <ac:spMkLst>
            <pc:docMk/>
            <pc:sldMk cId="3649831290" sldId="280"/>
            <ac:spMk id="6" creationId="{64DF8F9B-C3B7-7E5A-22B9-4A52B66E6C6A}"/>
          </ac:spMkLst>
        </pc:spChg>
        <pc:spChg chg="del">
          <ac:chgData name="Henrique Delegrego" userId="dda1244064eddf32" providerId="LiveId" clId="{CA81531F-D70F-4CDC-8D07-A71328B36680}" dt="2026-06-16T00:01:42.322" v="10" actId="478"/>
          <ac:spMkLst>
            <pc:docMk/>
            <pc:sldMk cId="3649831290" sldId="280"/>
            <ac:spMk id="7" creationId="{1E68C5CD-C634-F724-FF56-E896DBFD8F6A}"/>
          </ac:spMkLst>
        </pc:spChg>
        <pc:spChg chg="add mod">
          <ac:chgData name="Henrique Delegrego" userId="dda1244064eddf32" providerId="LiveId" clId="{CA81531F-D70F-4CDC-8D07-A71328B36680}" dt="2026-06-16T00:01:56.626" v="28"/>
          <ac:spMkLst>
            <pc:docMk/>
            <pc:sldMk cId="3649831290" sldId="280"/>
            <ac:spMk id="8" creationId="{F6DAB4E2-16E6-D5E3-CBFB-72102117B58E}"/>
          </ac:spMkLst>
        </pc:spChg>
        <pc:spChg chg="add mod">
          <ac:chgData name="Henrique Delegrego" userId="dda1244064eddf32" providerId="LiveId" clId="{CA81531F-D70F-4CDC-8D07-A71328B36680}" dt="2026-06-16T00:01:56.626" v="29"/>
          <ac:spMkLst>
            <pc:docMk/>
            <pc:sldMk cId="3649831290" sldId="280"/>
            <ac:spMk id="9" creationId="{8ECB5D26-8DA0-7A69-CD7E-A564761EF0B7}"/>
          </ac:spMkLst>
        </pc:spChg>
        <pc:spChg chg="add mod">
          <ac:chgData name="Henrique Delegrego" userId="dda1244064eddf32" providerId="LiveId" clId="{CA81531F-D70F-4CDC-8D07-A71328B36680}" dt="2026-06-16T00:01:56.626" v="29"/>
          <ac:spMkLst>
            <pc:docMk/>
            <pc:sldMk cId="3649831290" sldId="280"/>
            <ac:spMk id="10" creationId="{982C2886-40D3-D1E4-728B-91C859495B96}"/>
          </ac:spMkLst>
        </pc:spChg>
        <pc:spChg chg="add mod">
          <ac:chgData name="Henrique Delegrego" userId="dda1244064eddf32" providerId="LiveId" clId="{CA81531F-D70F-4CDC-8D07-A71328B36680}" dt="2026-06-16T00:01:56.626" v="29"/>
          <ac:spMkLst>
            <pc:docMk/>
            <pc:sldMk cId="3649831290" sldId="280"/>
            <ac:spMk id="11" creationId="{1F4A0B0C-6DBB-2338-E304-E815324FCA1F}"/>
          </ac:spMkLst>
        </pc:spChg>
        <pc:spChg chg="add mod">
          <ac:chgData name="Henrique Delegrego" userId="dda1244064eddf32" providerId="LiveId" clId="{CA81531F-D70F-4CDC-8D07-A71328B36680}" dt="2026-06-16T00:01:56.626" v="29"/>
          <ac:spMkLst>
            <pc:docMk/>
            <pc:sldMk cId="3649831290" sldId="280"/>
            <ac:spMk id="12" creationId="{160DA3BC-DAEE-3A2D-0F8C-9380340C4BAA}"/>
          </ac:spMkLst>
        </pc:spChg>
      </pc:sldChg>
      <pc:sldChg chg="addSp modSp add modAnim">
        <pc:chgData name="Henrique Delegrego" userId="dda1244064eddf32" providerId="LiveId" clId="{CA81531F-D70F-4CDC-8D07-A71328B36680}" dt="2026-06-16T00:02:00.192" v="32"/>
        <pc:sldMkLst>
          <pc:docMk/>
          <pc:sldMk cId="117627661" sldId="281"/>
        </pc:sldMkLst>
        <pc:spChg chg="add mod">
          <ac:chgData name="Henrique Delegrego" userId="dda1244064eddf32" providerId="LiveId" clId="{CA81531F-D70F-4CDC-8D07-A71328B36680}" dt="2026-06-16T00:01:59.377" v="30"/>
          <ac:spMkLst>
            <pc:docMk/>
            <pc:sldMk cId="117627661" sldId="281"/>
            <ac:spMk id="2" creationId="{BEB68298-D13C-07DC-8215-F35F63C879D5}"/>
          </ac:spMkLst>
        </pc:spChg>
        <pc:spChg chg="add mod">
          <ac:chgData name="Henrique Delegrego" userId="dda1244064eddf32" providerId="LiveId" clId="{CA81531F-D70F-4CDC-8D07-A71328B36680}" dt="2026-06-16T00:01:59.377" v="30"/>
          <ac:spMkLst>
            <pc:docMk/>
            <pc:sldMk cId="117627661" sldId="281"/>
            <ac:spMk id="5" creationId="{1E45FC79-2B6A-2F50-B337-6001269841D2}"/>
          </ac:spMkLst>
        </pc:spChg>
        <pc:spChg chg="add mod">
          <ac:chgData name="Henrique Delegrego" userId="dda1244064eddf32" providerId="LiveId" clId="{CA81531F-D70F-4CDC-8D07-A71328B36680}" dt="2026-06-16T00:01:59.377" v="30"/>
          <ac:spMkLst>
            <pc:docMk/>
            <pc:sldMk cId="117627661" sldId="281"/>
            <ac:spMk id="6" creationId="{D4B7E0AD-0D68-8603-8037-B1459B8B4073}"/>
          </ac:spMkLst>
        </pc:spChg>
        <pc:spChg chg="add mod">
          <ac:chgData name="Henrique Delegrego" userId="dda1244064eddf32" providerId="LiveId" clId="{CA81531F-D70F-4CDC-8D07-A71328B36680}" dt="2026-06-16T00:02:00.192" v="31"/>
          <ac:spMkLst>
            <pc:docMk/>
            <pc:sldMk cId="117627661" sldId="281"/>
            <ac:spMk id="7" creationId="{0E1762F6-C66F-9807-BE0D-14B311D6D7B5}"/>
          </ac:spMkLst>
        </pc:spChg>
        <pc:spChg chg="add mod">
          <ac:chgData name="Henrique Delegrego" userId="dda1244064eddf32" providerId="LiveId" clId="{CA81531F-D70F-4CDC-8D07-A71328B36680}" dt="2026-06-16T00:02:00.192" v="32"/>
          <ac:spMkLst>
            <pc:docMk/>
            <pc:sldMk cId="117627661" sldId="281"/>
            <ac:spMk id="8" creationId="{518EC60E-067C-5B1A-21BE-392D34F9D277}"/>
          </ac:spMkLst>
        </pc:spChg>
        <pc:spChg chg="add mod">
          <ac:chgData name="Henrique Delegrego" userId="dda1244064eddf32" providerId="LiveId" clId="{CA81531F-D70F-4CDC-8D07-A71328B36680}" dt="2026-06-16T00:02:00.192" v="32"/>
          <ac:spMkLst>
            <pc:docMk/>
            <pc:sldMk cId="117627661" sldId="281"/>
            <ac:spMk id="11" creationId="{28448BDA-0BBC-6F7B-0161-068D0CC196F3}"/>
          </ac:spMkLst>
        </pc:spChg>
        <pc:spChg chg="add mod">
          <ac:chgData name="Henrique Delegrego" userId="dda1244064eddf32" providerId="LiveId" clId="{CA81531F-D70F-4CDC-8D07-A71328B36680}" dt="2026-06-16T00:02:00.192" v="32"/>
          <ac:spMkLst>
            <pc:docMk/>
            <pc:sldMk cId="117627661" sldId="281"/>
            <ac:spMk id="12" creationId="{A8FFED31-1FB9-B57B-0963-B21192699DC0}"/>
          </ac:spMkLst>
        </pc:spChg>
        <pc:spChg chg="add mod">
          <ac:chgData name="Henrique Delegrego" userId="dda1244064eddf32" providerId="LiveId" clId="{CA81531F-D70F-4CDC-8D07-A71328B36680}" dt="2026-06-16T00:02:00.192" v="32"/>
          <ac:spMkLst>
            <pc:docMk/>
            <pc:sldMk cId="117627661" sldId="281"/>
            <ac:spMk id="13" creationId="{FF4F68DA-2286-3CCE-E5A8-9634C6E13A96}"/>
          </ac:spMkLst>
        </pc:spChg>
        <pc:picChg chg="add mod">
          <ac:chgData name="Henrique Delegrego" userId="dda1244064eddf32" providerId="LiveId" clId="{CA81531F-D70F-4CDC-8D07-A71328B36680}" dt="2026-06-16T00:01:59.377" v="30"/>
          <ac:picMkLst>
            <pc:docMk/>
            <pc:sldMk cId="117627661" sldId="281"/>
            <ac:picMk id="3" creationId="{CE744476-5205-5F7C-BD21-29792A8AD0BF}"/>
          </ac:picMkLst>
        </pc:picChg>
        <pc:picChg chg="add mod">
          <ac:chgData name="Henrique Delegrego" userId="dda1244064eddf32" providerId="LiveId" clId="{CA81531F-D70F-4CDC-8D07-A71328B36680}" dt="2026-06-16T00:01:59.377" v="30"/>
          <ac:picMkLst>
            <pc:docMk/>
            <pc:sldMk cId="117627661" sldId="281"/>
            <ac:picMk id="4" creationId="{ACCA465F-D390-A3C1-6EC8-A122B3F0A114}"/>
          </ac:picMkLst>
        </pc:picChg>
        <pc:picChg chg="add mod">
          <ac:chgData name="Henrique Delegrego" userId="dda1244064eddf32" providerId="LiveId" clId="{CA81531F-D70F-4CDC-8D07-A71328B36680}" dt="2026-06-16T00:02:00.192" v="32"/>
          <ac:picMkLst>
            <pc:docMk/>
            <pc:sldMk cId="117627661" sldId="281"/>
            <ac:picMk id="9" creationId="{98ED823D-BA46-0739-8CE6-1CB13D99EBF0}"/>
          </ac:picMkLst>
        </pc:picChg>
        <pc:picChg chg="add mod">
          <ac:chgData name="Henrique Delegrego" userId="dda1244064eddf32" providerId="LiveId" clId="{CA81531F-D70F-4CDC-8D07-A71328B36680}" dt="2026-06-16T00:02:00.192" v="32"/>
          <ac:picMkLst>
            <pc:docMk/>
            <pc:sldMk cId="117627661" sldId="281"/>
            <ac:picMk id="10" creationId="{EEE2581C-E06D-6181-15CD-E68D8643DC9A}"/>
          </ac:picMkLst>
        </pc:picChg>
      </pc:sldChg>
      <pc:sldChg chg="addSp modSp add">
        <pc:chgData name="Henrique Delegrego" userId="dda1244064eddf32" providerId="LiveId" clId="{CA81531F-D70F-4CDC-8D07-A71328B36680}" dt="2026-06-16T00:02:05.048" v="35"/>
        <pc:sldMkLst>
          <pc:docMk/>
          <pc:sldMk cId="2967123101" sldId="282"/>
        </pc:sldMkLst>
        <pc:spChg chg="add mod">
          <ac:chgData name="Henrique Delegrego" userId="dda1244064eddf32" providerId="LiveId" clId="{CA81531F-D70F-4CDC-8D07-A71328B36680}" dt="2026-06-16T00:02:04.171" v="33"/>
          <ac:spMkLst>
            <pc:docMk/>
            <pc:sldMk cId="2967123101" sldId="282"/>
            <ac:spMk id="2" creationId="{2BCEE30F-1E6E-20BE-6EB8-510444871462}"/>
          </ac:spMkLst>
        </pc:spChg>
        <pc:spChg chg="add mod">
          <ac:chgData name="Henrique Delegrego" userId="dda1244064eddf32" providerId="LiveId" clId="{CA81531F-D70F-4CDC-8D07-A71328B36680}" dt="2026-06-16T00:02:04.171" v="33"/>
          <ac:spMkLst>
            <pc:docMk/>
            <pc:sldMk cId="2967123101" sldId="282"/>
            <ac:spMk id="3" creationId="{F3E7B4B2-56BF-2401-F429-7475477AE613}"/>
          </ac:spMkLst>
        </pc:spChg>
        <pc:spChg chg="add mod">
          <ac:chgData name="Henrique Delegrego" userId="dda1244064eddf32" providerId="LiveId" clId="{CA81531F-D70F-4CDC-8D07-A71328B36680}" dt="2026-06-16T00:02:05.033" v="34"/>
          <ac:spMkLst>
            <pc:docMk/>
            <pc:sldMk cId="2967123101" sldId="282"/>
            <ac:spMk id="5" creationId="{BDC89D43-F554-3F58-3390-C05E711A6CA5}"/>
          </ac:spMkLst>
        </pc:spChg>
        <pc:spChg chg="add mod">
          <ac:chgData name="Henrique Delegrego" userId="dda1244064eddf32" providerId="LiveId" clId="{CA81531F-D70F-4CDC-8D07-A71328B36680}" dt="2026-06-16T00:02:05.048" v="35"/>
          <ac:spMkLst>
            <pc:docMk/>
            <pc:sldMk cId="2967123101" sldId="282"/>
            <ac:spMk id="6" creationId="{DBA1C165-120F-50B2-73CD-829200C116EB}"/>
          </ac:spMkLst>
        </pc:spChg>
        <pc:spChg chg="add mod">
          <ac:chgData name="Henrique Delegrego" userId="dda1244064eddf32" providerId="LiveId" clId="{CA81531F-D70F-4CDC-8D07-A71328B36680}" dt="2026-06-16T00:02:05.048" v="35"/>
          <ac:spMkLst>
            <pc:docMk/>
            <pc:sldMk cId="2967123101" sldId="282"/>
            <ac:spMk id="7" creationId="{FA9A1237-0BE4-5602-DF8D-06690C8902B1}"/>
          </ac:spMkLst>
        </pc:spChg>
        <pc:spChg chg="add mod">
          <ac:chgData name="Henrique Delegrego" userId="dda1244064eddf32" providerId="LiveId" clId="{CA81531F-D70F-4CDC-8D07-A71328B36680}" dt="2026-06-16T00:02:05.048" v="35"/>
          <ac:spMkLst>
            <pc:docMk/>
            <pc:sldMk cId="2967123101" sldId="282"/>
            <ac:spMk id="9" creationId="{4D3A53A6-24D7-8A90-70C5-2B42B9E3C1E0}"/>
          </ac:spMkLst>
        </pc:spChg>
        <pc:picChg chg="add mod">
          <ac:chgData name="Henrique Delegrego" userId="dda1244064eddf32" providerId="LiveId" clId="{CA81531F-D70F-4CDC-8D07-A71328B36680}" dt="2026-06-16T00:02:04.171" v="33"/>
          <ac:picMkLst>
            <pc:docMk/>
            <pc:sldMk cId="2967123101" sldId="282"/>
            <ac:picMk id="4" creationId="{56E4BD8A-8872-83C9-9A44-758B1C638181}"/>
          </ac:picMkLst>
        </pc:picChg>
        <pc:picChg chg="add mod">
          <ac:chgData name="Henrique Delegrego" userId="dda1244064eddf32" providerId="LiveId" clId="{CA81531F-D70F-4CDC-8D07-A71328B36680}" dt="2026-06-16T00:02:05.048" v="35"/>
          <ac:picMkLst>
            <pc:docMk/>
            <pc:sldMk cId="2967123101" sldId="282"/>
            <ac:picMk id="8" creationId="{762F66AB-5313-8D69-8DFD-2A724CBB2A41}"/>
          </ac:picMkLst>
        </pc:picChg>
      </pc:sldChg>
      <pc:sldChg chg="addSp modSp add modAnim">
        <pc:chgData name="Henrique Delegrego" userId="dda1244064eddf32" providerId="LiveId" clId="{CA81531F-D70F-4CDC-8D07-A71328B36680}" dt="2026-06-16T00:02:07.964" v="38"/>
        <pc:sldMkLst>
          <pc:docMk/>
          <pc:sldMk cId="851762440" sldId="283"/>
        </pc:sldMkLst>
        <pc:spChg chg="add mod">
          <ac:chgData name="Henrique Delegrego" userId="dda1244064eddf32" providerId="LiveId" clId="{CA81531F-D70F-4CDC-8D07-A71328B36680}" dt="2026-06-16T00:02:07.092" v="36"/>
          <ac:spMkLst>
            <pc:docMk/>
            <pc:sldMk cId="851762440" sldId="283"/>
            <ac:spMk id="2" creationId="{B6517098-720F-1F1C-7365-49B092E6AAE5}"/>
          </ac:spMkLst>
        </pc:spChg>
        <pc:spChg chg="add mod">
          <ac:chgData name="Henrique Delegrego" userId="dda1244064eddf32" providerId="LiveId" clId="{CA81531F-D70F-4CDC-8D07-A71328B36680}" dt="2026-06-16T00:02:07.092" v="36"/>
          <ac:spMkLst>
            <pc:docMk/>
            <pc:sldMk cId="851762440" sldId="283"/>
            <ac:spMk id="3" creationId="{E10E952B-9418-DC94-50BE-DE896BF04E31}"/>
          </ac:spMkLst>
        </pc:spChg>
        <pc:spChg chg="add mod">
          <ac:chgData name="Henrique Delegrego" userId="dda1244064eddf32" providerId="LiveId" clId="{CA81531F-D70F-4CDC-8D07-A71328B36680}" dt="2026-06-16T00:02:07.092" v="36"/>
          <ac:spMkLst>
            <pc:docMk/>
            <pc:sldMk cId="851762440" sldId="283"/>
            <ac:spMk id="4" creationId="{B4520C29-561E-4FB0-6A89-FCDDEDBD17C3}"/>
          </ac:spMkLst>
        </pc:spChg>
        <pc:spChg chg="add mod">
          <ac:chgData name="Henrique Delegrego" userId="dda1244064eddf32" providerId="LiveId" clId="{CA81531F-D70F-4CDC-8D07-A71328B36680}" dt="2026-06-16T00:02:07.964" v="37"/>
          <ac:spMkLst>
            <pc:docMk/>
            <pc:sldMk cId="851762440" sldId="283"/>
            <ac:spMk id="6" creationId="{642EE63F-0E96-F2CB-3820-E922F77C954F}"/>
          </ac:spMkLst>
        </pc:spChg>
        <pc:spChg chg="add mod">
          <ac:chgData name="Henrique Delegrego" userId="dda1244064eddf32" providerId="LiveId" clId="{CA81531F-D70F-4CDC-8D07-A71328B36680}" dt="2026-06-16T00:02:07.964" v="38"/>
          <ac:spMkLst>
            <pc:docMk/>
            <pc:sldMk cId="851762440" sldId="283"/>
            <ac:spMk id="7" creationId="{0594C39C-5520-FA6E-B87A-71599C9CEEF3}"/>
          </ac:spMkLst>
        </pc:spChg>
        <pc:spChg chg="add mod">
          <ac:chgData name="Henrique Delegrego" userId="dda1244064eddf32" providerId="LiveId" clId="{CA81531F-D70F-4CDC-8D07-A71328B36680}" dt="2026-06-16T00:02:07.964" v="38"/>
          <ac:spMkLst>
            <pc:docMk/>
            <pc:sldMk cId="851762440" sldId="283"/>
            <ac:spMk id="8" creationId="{0F330D49-E540-1F31-5C95-A3F9E596CD76}"/>
          </ac:spMkLst>
        </pc:spChg>
        <pc:spChg chg="add mod">
          <ac:chgData name="Henrique Delegrego" userId="dda1244064eddf32" providerId="LiveId" clId="{CA81531F-D70F-4CDC-8D07-A71328B36680}" dt="2026-06-16T00:02:07.964" v="38"/>
          <ac:spMkLst>
            <pc:docMk/>
            <pc:sldMk cId="851762440" sldId="283"/>
            <ac:spMk id="9" creationId="{6557B3D1-7EA4-8FD5-142F-416C34BCF203}"/>
          </ac:spMkLst>
        </pc:spChg>
        <pc:spChg chg="add mod">
          <ac:chgData name="Henrique Delegrego" userId="dda1244064eddf32" providerId="LiveId" clId="{CA81531F-D70F-4CDC-8D07-A71328B36680}" dt="2026-06-16T00:02:07.964" v="38"/>
          <ac:spMkLst>
            <pc:docMk/>
            <pc:sldMk cId="851762440" sldId="283"/>
            <ac:spMk id="11" creationId="{AE831FB1-604E-E28B-E4C8-E608229E3858}"/>
          </ac:spMkLst>
        </pc:spChg>
        <pc:picChg chg="add mod">
          <ac:chgData name="Henrique Delegrego" userId="dda1244064eddf32" providerId="LiveId" clId="{CA81531F-D70F-4CDC-8D07-A71328B36680}" dt="2026-06-16T00:02:07.092" v="36"/>
          <ac:picMkLst>
            <pc:docMk/>
            <pc:sldMk cId="851762440" sldId="283"/>
            <ac:picMk id="5" creationId="{55F5FCC7-9F6A-365D-2B23-603A6FF53835}"/>
          </ac:picMkLst>
        </pc:picChg>
        <pc:picChg chg="add mod">
          <ac:chgData name="Henrique Delegrego" userId="dda1244064eddf32" providerId="LiveId" clId="{CA81531F-D70F-4CDC-8D07-A71328B36680}" dt="2026-06-16T00:02:07.964" v="38"/>
          <ac:picMkLst>
            <pc:docMk/>
            <pc:sldMk cId="851762440" sldId="283"/>
            <ac:picMk id="10" creationId="{20816E2F-2383-F7B2-3042-84B8AAD58DC2}"/>
          </ac:picMkLst>
        </pc:picChg>
      </pc:sldChg>
      <pc:sldChg chg="addSp modSp add">
        <pc:chgData name="Henrique Delegrego" userId="dda1244064eddf32" providerId="LiveId" clId="{CA81531F-D70F-4CDC-8D07-A71328B36680}" dt="2026-06-16T00:02:11.031" v="41"/>
        <pc:sldMkLst>
          <pc:docMk/>
          <pc:sldMk cId="1759587024" sldId="284"/>
        </pc:sldMkLst>
        <pc:spChg chg="add mod">
          <ac:chgData name="Henrique Delegrego" userId="dda1244064eddf32" providerId="LiveId" clId="{CA81531F-D70F-4CDC-8D07-A71328B36680}" dt="2026-06-16T00:02:10.198" v="39"/>
          <ac:spMkLst>
            <pc:docMk/>
            <pc:sldMk cId="1759587024" sldId="284"/>
            <ac:spMk id="2" creationId="{4385EE99-95E4-C1E1-D5B3-191BB2569136}"/>
          </ac:spMkLst>
        </pc:spChg>
        <pc:spChg chg="add mod">
          <ac:chgData name="Henrique Delegrego" userId="dda1244064eddf32" providerId="LiveId" clId="{CA81531F-D70F-4CDC-8D07-A71328B36680}" dt="2026-06-16T00:02:10.198" v="39"/>
          <ac:spMkLst>
            <pc:docMk/>
            <pc:sldMk cId="1759587024" sldId="284"/>
            <ac:spMk id="3" creationId="{1D5B32F9-CA43-D038-DF6C-7064B583EA60}"/>
          </ac:spMkLst>
        </pc:spChg>
        <pc:spChg chg="add mod">
          <ac:chgData name="Henrique Delegrego" userId="dda1244064eddf32" providerId="LiveId" clId="{CA81531F-D70F-4CDC-8D07-A71328B36680}" dt="2026-06-16T00:02:11.025" v="40"/>
          <ac:spMkLst>
            <pc:docMk/>
            <pc:sldMk cId="1759587024" sldId="284"/>
            <ac:spMk id="5" creationId="{85C4CDEA-114C-DA7C-E994-8FB3483F5D03}"/>
          </ac:spMkLst>
        </pc:spChg>
        <pc:spChg chg="add mod">
          <ac:chgData name="Henrique Delegrego" userId="dda1244064eddf32" providerId="LiveId" clId="{CA81531F-D70F-4CDC-8D07-A71328B36680}" dt="2026-06-16T00:02:11.031" v="41"/>
          <ac:spMkLst>
            <pc:docMk/>
            <pc:sldMk cId="1759587024" sldId="284"/>
            <ac:spMk id="6" creationId="{DA8F2D4F-62F1-B107-4C1A-8DC95736C9E4}"/>
          </ac:spMkLst>
        </pc:spChg>
        <pc:spChg chg="add mod">
          <ac:chgData name="Henrique Delegrego" userId="dda1244064eddf32" providerId="LiveId" clId="{CA81531F-D70F-4CDC-8D07-A71328B36680}" dt="2026-06-16T00:02:11.031" v="41"/>
          <ac:spMkLst>
            <pc:docMk/>
            <pc:sldMk cId="1759587024" sldId="284"/>
            <ac:spMk id="7" creationId="{671FEE4B-6B22-C62A-A9B7-8E191106A73D}"/>
          </ac:spMkLst>
        </pc:spChg>
        <pc:spChg chg="add mod">
          <ac:chgData name="Henrique Delegrego" userId="dda1244064eddf32" providerId="LiveId" clId="{CA81531F-D70F-4CDC-8D07-A71328B36680}" dt="2026-06-16T00:02:11.031" v="41"/>
          <ac:spMkLst>
            <pc:docMk/>
            <pc:sldMk cId="1759587024" sldId="284"/>
            <ac:spMk id="9" creationId="{9A984B4E-B020-1EDB-F2EC-9C5433673374}"/>
          </ac:spMkLst>
        </pc:spChg>
        <pc:picChg chg="add mod">
          <ac:chgData name="Henrique Delegrego" userId="dda1244064eddf32" providerId="LiveId" clId="{CA81531F-D70F-4CDC-8D07-A71328B36680}" dt="2026-06-16T00:02:10.198" v="39"/>
          <ac:picMkLst>
            <pc:docMk/>
            <pc:sldMk cId="1759587024" sldId="284"/>
            <ac:picMk id="4" creationId="{922D4091-71A9-5FF4-3145-A19F7A445639}"/>
          </ac:picMkLst>
        </pc:picChg>
        <pc:picChg chg="add mod">
          <ac:chgData name="Henrique Delegrego" userId="dda1244064eddf32" providerId="LiveId" clId="{CA81531F-D70F-4CDC-8D07-A71328B36680}" dt="2026-06-16T00:02:11.031" v="41"/>
          <ac:picMkLst>
            <pc:docMk/>
            <pc:sldMk cId="1759587024" sldId="284"/>
            <ac:picMk id="8" creationId="{1E0ECABB-879C-06CC-1A78-38E72A46100B}"/>
          </ac:picMkLst>
        </pc:picChg>
      </pc:sldChg>
      <pc:sldChg chg="addSp modSp add modAnim">
        <pc:chgData name="Henrique Delegrego" userId="dda1244064eddf32" providerId="LiveId" clId="{CA81531F-D70F-4CDC-8D07-A71328B36680}" dt="2026-06-16T00:02:15.188" v="44"/>
        <pc:sldMkLst>
          <pc:docMk/>
          <pc:sldMk cId="2594484661" sldId="285"/>
        </pc:sldMkLst>
        <pc:spChg chg="add mod">
          <ac:chgData name="Henrique Delegrego" userId="dda1244064eddf32" providerId="LiveId" clId="{CA81531F-D70F-4CDC-8D07-A71328B36680}" dt="2026-06-16T00:02:14.378" v="42"/>
          <ac:spMkLst>
            <pc:docMk/>
            <pc:sldMk cId="2594484661" sldId="285"/>
            <ac:spMk id="2" creationId="{B424E383-522B-224F-F9E4-A2324E7BD86C}"/>
          </ac:spMkLst>
        </pc:spChg>
        <pc:spChg chg="add mod">
          <ac:chgData name="Henrique Delegrego" userId="dda1244064eddf32" providerId="LiveId" clId="{CA81531F-D70F-4CDC-8D07-A71328B36680}" dt="2026-06-16T00:02:14.378" v="42"/>
          <ac:spMkLst>
            <pc:docMk/>
            <pc:sldMk cId="2594484661" sldId="285"/>
            <ac:spMk id="3" creationId="{A3B729ED-54CE-4B31-87BA-8E2FBD5813DA}"/>
          </ac:spMkLst>
        </pc:spChg>
        <pc:spChg chg="add mod">
          <ac:chgData name="Henrique Delegrego" userId="dda1244064eddf32" providerId="LiveId" clId="{CA81531F-D70F-4CDC-8D07-A71328B36680}" dt="2026-06-16T00:02:14.378" v="42"/>
          <ac:spMkLst>
            <pc:docMk/>
            <pc:sldMk cId="2594484661" sldId="285"/>
            <ac:spMk id="4" creationId="{172D48E7-55DC-76C6-FFD2-53004EEF7662}"/>
          </ac:spMkLst>
        </pc:spChg>
        <pc:spChg chg="add mod">
          <ac:chgData name="Henrique Delegrego" userId="dda1244064eddf32" providerId="LiveId" clId="{CA81531F-D70F-4CDC-8D07-A71328B36680}" dt="2026-06-16T00:02:15.188" v="43"/>
          <ac:spMkLst>
            <pc:docMk/>
            <pc:sldMk cId="2594484661" sldId="285"/>
            <ac:spMk id="6" creationId="{9C9E4432-7FE5-BF92-8E15-89D6727DD5A6}"/>
          </ac:spMkLst>
        </pc:spChg>
        <pc:spChg chg="add mod">
          <ac:chgData name="Henrique Delegrego" userId="dda1244064eddf32" providerId="LiveId" clId="{CA81531F-D70F-4CDC-8D07-A71328B36680}" dt="2026-06-16T00:02:15.188" v="44"/>
          <ac:spMkLst>
            <pc:docMk/>
            <pc:sldMk cId="2594484661" sldId="285"/>
            <ac:spMk id="7" creationId="{273C6D79-1ECB-4C2C-DB1C-C9E5FB30196E}"/>
          </ac:spMkLst>
        </pc:spChg>
        <pc:spChg chg="add mod">
          <ac:chgData name="Henrique Delegrego" userId="dda1244064eddf32" providerId="LiveId" clId="{CA81531F-D70F-4CDC-8D07-A71328B36680}" dt="2026-06-16T00:02:15.188" v="44"/>
          <ac:spMkLst>
            <pc:docMk/>
            <pc:sldMk cId="2594484661" sldId="285"/>
            <ac:spMk id="8" creationId="{FF3EEB6F-5F4C-B647-F34F-71234BE73B4F}"/>
          </ac:spMkLst>
        </pc:spChg>
        <pc:spChg chg="add mod">
          <ac:chgData name="Henrique Delegrego" userId="dda1244064eddf32" providerId="LiveId" clId="{CA81531F-D70F-4CDC-8D07-A71328B36680}" dt="2026-06-16T00:02:15.188" v="44"/>
          <ac:spMkLst>
            <pc:docMk/>
            <pc:sldMk cId="2594484661" sldId="285"/>
            <ac:spMk id="9" creationId="{04E62EB2-BA06-EE3B-1686-1CD51382AC1F}"/>
          </ac:spMkLst>
        </pc:spChg>
        <pc:spChg chg="add mod">
          <ac:chgData name="Henrique Delegrego" userId="dda1244064eddf32" providerId="LiveId" clId="{CA81531F-D70F-4CDC-8D07-A71328B36680}" dt="2026-06-16T00:02:15.188" v="44"/>
          <ac:spMkLst>
            <pc:docMk/>
            <pc:sldMk cId="2594484661" sldId="285"/>
            <ac:spMk id="11" creationId="{511A601A-5633-398D-DF2A-B75D736F531C}"/>
          </ac:spMkLst>
        </pc:spChg>
        <pc:picChg chg="add mod">
          <ac:chgData name="Henrique Delegrego" userId="dda1244064eddf32" providerId="LiveId" clId="{CA81531F-D70F-4CDC-8D07-A71328B36680}" dt="2026-06-16T00:02:14.378" v="42"/>
          <ac:picMkLst>
            <pc:docMk/>
            <pc:sldMk cId="2594484661" sldId="285"/>
            <ac:picMk id="5" creationId="{2C684587-7911-A306-801B-337B38C3621B}"/>
          </ac:picMkLst>
        </pc:picChg>
        <pc:picChg chg="add mod">
          <ac:chgData name="Henrique Delegrego" userId="dda1244064eddf32" providerId="LiveId" clId="{CA81531F-D70F-4CDC-8D07-A71328B36680}" dt="2026-06-16T00:02:15.188" v="44"/>
          <ac:picMkLst>
            <pc:docMk/>
            <pc:sldMk cId="2594484661" sldId="285"/>
            <ac:picMk id="10" creationId="{8AECD34F-EC92-B382-DF4D-44CE155012D4}"/>
          </ac:picMkLst>
        </pc:picChg>
      </pc:sldChg>
      <pc:sldChg chg="addSp modSp add modAnim">
        <pc:chgData name="Henrique Delegrego" userId="dda1244064eddf32" providerId="LiveId" clId="{CA81531F-D70F-4CDC-8D07-A71328B36680}" dt="2026-06-16T00:02:18.166" v="47"/>
        <pc:sldMkLst>
          <pc:docMk/>
          <pc:sldMk cId="2924426391" sldId="286"/>
        </pc:sldMkLst>
        <pc:spChg chg="add mod">
          <ac:chgData name="Henrique Delegrego" userId="dda1244064eddf32" providerId="LiveId" clId="{CA81531F-D70F-4CDC-8D07-A71328B36680}" dt="2026-06-16T00:02:17.364" v="45"/>
          <ac:spMkLst>
            <pc:docMk/>
            <pc:sldMk cId="2924426391" sldId="286"/>
            <ac:spMk id="2" creationId="{AE327C8F-E9AE-924B-2264-F4347CE6229C}"/>
          </ac:spMkLst>
        </pc:spChg>
        <pc:spChg chg="add mod">
          <ac:chgData name="Henrique Delegrego" userId="dda1244064eddf32" providerId="LiveId" clId="{CA81531F-D70F-4CDC-8D07-A71328B36680}" dt="2026-06-16T00:02:17.364" v="45"/>
          <ac:spMkLst>
            <pc:docMk/>
            <pc:sldMk cId="2924426391" sldId="286"/>
            <ac:spMk id="3" creationId="{656BF7EA-FDEE-0B13-64F6-419F4B5CC7B2}"/>
          </ac:spMkLst>
        </pc:spChg>
        <pc:spChg chg="add mod">
          <ac:chgData name="Henrique Delegrego" userId="dda1244064eddf32" providerId="LiveId" clId="{CA81531F-D70F-4CDC-8D07-A71328B36680}" dt="2026-06-16T00:02:17.364" v="45"/>
          <ac:spMkLst>
            <pc:docMk/>
            <pc:sldMk cId="2924426391" sldId="286"/>
            <ac:spMk id="4" creationId="{5CA355DA-504F-5A25-182A-F6142FC88718}"/>
          </ac:spMkLst>
        </pc:spChg>
        <pc:spChg chg="add mod">
          <ac:chgData name="Henrique Delegrego" userId="dda1244064eddf32" providerId="LiveId" clId="{CA81531F-D70F-4CDC-8D07-A71328B36680}" dt="2026-06-16T00:02:17.364" v="45"/>
          <ac:spMkLst>
            <pc:docMk/>
            <pc:sldMk cId="2924426391" sldId="286"/>
            <ac:spMk id="5" creationId="{2945917D-5C86-9452-B74F-2B8BE161D214}"/>
          </ac:spMkLst>
        </pc:spChg>
        <pc:spChg chg="add mod">
          <ac:chgData name="Henrique Delegrego" userId="dda1244064eddf32" providerId="LiveId" clId="{CA81531F-D70F-4CDC-8D07-A71328B36680}" dt="2026-06-16T00:02:18.166" v="46"/>
          <ac:spMkLst>
            <pc:docMk/>
            <pc:sldMk cId="2924426391" sldId="286"/>
            <ac:spMk id="7" creationId="{00760DD4-BC3B-6817-B5A3-50433DA58A60}"/>
          </ac:spMkLst>
        </pc:spChg>
        <pc:spChg chg="add mod">
          <ac:chgData name="Henrique Delegrego" userId="dda1244064eddf32" providerId="LiveId" clId="{CA81531F-D70F-4CDC-8D07-A71328B36680}" dt="2026-06-16T00:02:18.166" v="47"/>
          <ac:spMkLst>
            <pc:docMk/>
            <pc:sldMk cId="2924426391" sldId="286"/>
            <ac:spMk id="8" creationId="{906FCF4D-8DF0-2D7C-E263-AAF4E1B87204}"/>
          </ac:spMkLst>
        </pc:spChg>
        <pc:spChg chg="add mod">
          <ac:chgData name="Henrique Delegrego" userId="dda1244064eddf32" providerId="LiveId" clId="{CA81531F-D70F-4CDC-8D07-A71328B36680}" dt="2026-06-16T00:02:18.166" v="47"/>
          <ac:spMkLst>
            <pc:docMk/>
            <pc:sldMk cId="2924426391" sldId="286"/>
            <ac:spMk id="9" creationId="{7F44DDA9-1A47-F026-EA11-682A53692626}"/>
          </ac:spMkLst>
        </pc:spChg>
        <pc:spChg chg="add mod">
          <ac:chgData name="Henrique Delegrego" userId="dda1244064eddf32" providerId="LiveId" clId="{CA81531F-D70F-4CDC-8D07-A71328B36680}" dt="2026-06-16T00:02:18.166" v="47"/>
          <ac:spMkLst>
            <pc:docMk/>
            <pc:sldMk cId="2924426391" sldId="286"/>
            <ac:spMk id="10" creationId="{EE744C9C-4AC8-73D1-6E77-E437F98B94B8}"/>
          </ac:spMkLst>
        </pc:spChg>
        <pc:spChg chg="add mod">
          <ac:chgData name="Henrique Delegrego" userId="dda1244064eddf32" providerId="LiveId" clId="{CA81531F-D70F-4CDC-8D07-A71328B36680}" dt="2026-06-16T00:02:18.166" v="47"/>
          <ac:spMkLst>
            <pc:docMk/>
            <pc:sldMk cId="2924426391" sldId="286"/>
            <ac:spMk id="11" creationId="{FD1FE75E-97A9-2A98-DEB8-C8B31913D402}"/>
          </ac:spMkLst>
        </pc:spChg>
        <pc:spChg chg="add mod">
          <ac:chgData name="Henrique Delegrego" userId="dda1244064eddf32" providerId="LiveId" clId="{CA81531F-D70F-4CDC-8D07-A71328B36680}" dt="2026-06-16T00:02:18.166" v="47"/>
          <ac:spMkLst>
            <pc:docMk/>
            <pc:sldMk cId="2924426391" sldId="286"/>
            <ac:spMk id="13" creationId="{7F7008B4-F173-16ED-92AB-A7532DD0EC74}"/>
          </ac:spMkLst>
        </pc:spChg>
        <pc:picChg chg="add mod">
          <ac:chgData name="Henrique Delegrego" userId="dda1244064eddf32" providerId="LiveId" clId="{CA81531F-D70F-4CDC-8D07-A71328B36680}" dt="2026-06-16T00:02:17.364" v="45"/>
          <ac:picMkLst>
            <pc:docMk/>
            <pc:sldMk cId="2924426391" sldId="286"/>
            <ac:picMk id="6" creationId="{6E953F26-CEC8-3144-D3D3-151B4DD58B22}"/>
          </ac:picMkLst>
        </pc:picChg>
        <pc:picChg chg="add mod">
          <ac:chgData name="Henrique Delegrego" userId="dda1244064eddf32" providerId="LiveId" clId="{CA81531F-D70F-4CDC-8D07-A71328B36680}" dt="2026-06-16T00:02:18.166" v="47"/>
          <ac:picMkLst>
            <pc:docMk/>
            <pc:sldMk cId="2924426391" sldId="286"/>
            <ac:picMk id="12" creationId="{59DFA23F-B8FD-5630-3E41-7505A0BA7252}"/>
          </ac:picMkLst>
        </pc:picChg>
      </pc:sldChg>
      <pc:sldChg chg="addSp modSp add">
        <pc:chgData name="Henrique Delegrego" userId="dda1244064eddf32" providerId="LiveId" clId="{CA81531F-D70F-4CDC-8D07-A71328B36680}" dt="2026-06-16T00:02:20.911" v="50"/>
        <pc:sldMkLst>
          <pc:docMk/>
          <pc:sldMk cId="1004756910" sldId="287"/>
        </pc:sldMkLst>
        <pc:spChg chg="add mod">
          <ac:chgData name="Henrique Delegrego" userId="dda1244064eddf32" providerId="LiveId" clId="{CA81531F-D70F-4CDC-8D07-A71328B36680}" dt="2026-06-16T00:02:20.074" v="48"/>
          <ac:spMkLst>
            <pc:docMk/>
            <pc:sldMk cId="1004756910" sldId="287"/>
            <ac:spMk id="2" creationId="{5EEC0CAE-DB07-56C8-9522-6C37F7E4A898}"/>
          </ac:spMkLst>
        </pc:spChg>
        <pc:spChg chg="add mod">
          <ac:chgData name="Henrique Delegrego" userId="dda1244064eddf32" providerId="LiveId" clId="{CA81531F-D70F-4CDC-8D07-A71328B36680}" dt="2026-06-16T00:02:20.074" v="48"/>
          <ac:spMkLst>
            <pc:docMk/>
            <pc:sldMk cId="1004756910" sldId="287"/>
            <ac:spMk id="3" creationId="{6D59B8A8-D512-4D69-8DBF-C47F0E0DC6AF}"/>
          </ac:spMkLst>
        </pc:spChg>
        <pc:spChg chg="add mod">
          <ac:chgData name="Henrique Delegrego" userId="dda1244064eddf32" providerId="LiveId" clId="{CA81531F-D70F-4CDC-8D07-A71328B36680}" dt="2026-06-16T00:02:20.905" v="49"/>
          <ac:spMkLst>
            <pc:docMk/>
            <pc:sldMk cId="1004756910" sldId="287"/>
            <ac:spMk id="5" creationId="{DD404E22-741D-B01D-BCA5-76F09104AEB6}"/>
          </ac:spMkLst>
        </pc:spChg>
        <pc:spChg chg="add mod">
          <ac:chgData name="Henrique Delegrego" userId="dda1244064eddf32" providerId="LiveId" clId="{CA81531F-D70F-4CDC-8D07-A71328B36680}" dt="2026-06-16T00:02:20.911" v="50"/>
          <ac:spMkLst>
            <pc:docMk/>
            <pc:sldMk cId="1004756910" sldId="287"/>
            <ac:spMk id="6" creationId="{1C685FF6-FA4F-F696-D651-6539AE48794A}"/>
          </ac:spMkLst>
        </pc:spChg>
        <pc:spChg chg="add mod">
          <ac:chgData name="Henrique Delegrego" userId="dda1244064eddf32" providerId="LiveId" clId="{CA81531F-D70F-4CDC-8D07-A71328B36680}" dt="2026-06-16T00:02:20.911" v="50"/>
          <ac:spMkLst>
            <pc:docMk/>
            <pc:sldMk cId="1004756910" sldId="287"/>
            <ac:spMk id="7" creationId="{4560045F-7F56-1AD9-11BC-0BBCCFC8716D}"/>
          </ac:spMkLst>
        </pc:spChg>
        <pc:spChg chg="add mod">
          <ac:chgData name="Henrique Delegrego" userId="dda1244064eddf32" providerId="LiveId" clId="{CA81531F-D70F-4CDC-8D07-A71328B36680}" dt="2026-06-16T00:02:20.911" v="50"/>
          <ac:spMkLst>
            <pc:docMk/>
            <pc:sldMk cId="1004756910" sldId="287"/>
            <ac:spMk id="9" creationId="{199F04BF-3E7B-10D8-FA35-D65AFAD0F4FE}"/>
          </ac:spMkLst>
        </pc:spChg>
        <pc:picChg chg="add mod">
          <ac:chgData name="Henrique Delegrego" userId="dda1244064eddf32" providerId="LiveId" clId="{CA81531F-D70F-4CDC-8D07-A71328B36680}" dt="2026-06-16T00:02:20.074" v="48"/>
          <ac:picMkLst>
            <pc:docMk/>
            <pc:sldMk cId="1004756910" sldId="287"/>
            <ac:picMk id="4" creationId="{9FB14261-2230-71C1-222C-64F26F60F50D}"/>
          </ac:picMkLst>
        </pc:picChg>
        <pc:picChg chg="add mod">
          <ac:chgData name="Henrique Delegrego" userId="dda1244064eddf32" providerId="LiveId" clId="{CA81531F-D70F-4CDC-8D07-A71328B36680}" dt="2026-06-16T00:02:20.911" v="50"/>
          <ac:picMkLst>
            <pc:docMk/>
            <pc:sldMk cId="1004756910" sldId="287"/>
            <ac:picMk id="8" creationId="{37383D80-5191-19C1-CA4C-ADFC67D9CE37}"/>
          </ac:picMkLst>
        </pc:picChg>
      </pc:sldChg>
      <pc:sldChg chg="addSp modSp add modAnim">
        <pc:chgData name="Henrique Delegrego" userId="dda1244064eddf32" providerId="LiveId" clId="{CA81531F-D70F-4CDC-8D07-A71328B36680}" dt="2026-06-16T00:02:23.851" v="53"/>
        <pc:sldMkLst>
          <pc:docMk/>
          <pc:sldMk cId="48796454" sldId="288"/>
        </pc:sldMkLst>
        <pc:spChg chg="add mod">
          <ac:chgData name="Henrique Delegrego" userId="dda1244064eddf32" providerId="LiveId" clId="{CA81531F-D70F-4CDC-8D07-A71328B36680}" dt="2026-06-16T00:02:23.072" v="51"/>
          <ac:spMkLst>
            <pc:docMk/>
            <pc:sldMk cId="48796454" sldId="288"/>
            <ac:spMk id="2" creationId="{DE7B0F64-87F4-9B94-B2EE-74EBEB1F3B2E}"/>
          </ac:spMkLst>
        </pc:spChg>
        <pc:spChg chg="add mod">
          <ac:chgData name="Henrique Delegrego" userId="dda1244064eddf32" providerId="LiveId" clId="{CA81531F-D70F-4CDC-8D07-A71328B36680}" dt="2026-06-16T00:02:23.072" v="51"/>
          <ac:spMkLst>
            <pc:docMk/>
            <pc:sldMk cId="48796454" sldId="288"/>
            <ac:spMk id="5" creationId="{A0F54E2F-196F-F0E6-BAE5-72F40F201E00}"/>
          </ac:spMkLst>
        </pc:spChg>
        <pc:spChg chg="add mod">
          <ac:chgData name="Henrique Delegrego" userId="dda1244064eddf32" providerId="LiveId" clId="{CA81531F-D70F-4CDC-8D07-A71328B36680}" dt="2026-06-16T00:02:23.072" v="51"/>
          <ac:spMkLst>
            <pc:docMk/>
            <pc:sldMk cId="48796454" sldId="288"/>
            <ac:spMk id="6" creationId="{C7299806-8668-C53A-07BC-6177BDC48404}"/>
          </ac:spMkLst>
        </pc:spChg>
        <pc:spChg chg="add mod">
          <ac:chgData name="Henrique Delegrego" userId="dda1244064eddf32" providerId="LiveId" clId="{CA81531F-D70F-4CDC-8D07-A71328B36680}" dt="2026-06-16T00:02:23.072" v="51"/>
          <ac:spMkLst>
            <pc:docMk/>
            <pc:sldMk cId="48796454" sldId="288"/>
            <ac:spMk id="7" creationId="{CCA6B538-5F5E-C2E0-9AC0-C742D93A1A21}"/>
          </ac:spMkLst>
        </pc:spChg>
        <pc:spChg chg="add mod">
          <ac:chgData name="Henrique Delegrego" userId="dda1244064eddf32" providerId="LiveId" clId="{CA81531F-D70F-4CDC-8D07-A71328B36680}" dt="2026-06-16T00:02:23.072" v="51"/>
          <ac:spMkLst>
            <pc:docMk/>
            <pc:sldMk cId="48796454" sldId="288"/>
            <ac:spMk id="8" creationId="{4B7B8045-B167-9526-B32E-0C390252D7D3}"/>
          </ac:spMkLst>
        </pc:spChg>
        <pc:spChg chg="add mod">
          <ac:chgData name="Henrique Delegrego" userId="dda1244064eddf32" providerId="LiveId" clId="{CA81531F-D70F-4CDC-8D07-A71328B36680}" dt="2026-06-16T00:02:23.841" v="52"/>
          <ac:spMkLst>
            <pc:docMk/>
            <pc:sldMk cId="48796454" sldId="288"/>
            <ac:spMk id="9" creationId="{89F292AB-04DF-FC8F-7B7B-11A1CC135040}"/>
          </ac:spMkLst>
        </pc:spChg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0" creationId="{B11FE4AF-A8D3-A144-B4B5-FE0F49BA33BB}"/>
          </ac:spMkLst>
        </pc:spChg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3" creationId="{41A90998-E938-7E2A-CE52-CF205B93D704}"/>
          </ac:spMkLst>
        </pc:spChg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4" creationId="{8F29ECA0-565A-FEB2-33AB-6DEB8E287E93}"/>
          </ac:spMkLst>
        </pc:spChg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5" creationId="{FDB3C819-706D-4C73-7D83-3CACF11ECCD4}"/>
          </ac:spMkLst>
        </pc:spChg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6" creationId="{82E6006F-9AEF-8D5A-83BD-258DA8DB7DAA}"/>
          </ac:spMkLst>
        </pc:spChg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7" creationId="{88E1EF05-DA1A-24E8-F466-852AF05CB5E8}"/>
          </ac:spMkLst>
        </pc:spChg>
        <pc:picChg chg="add mod">
          <ac:chgData name="Henrique Delegrego" userId="dda1244064eddf32" providerId="LiveId" clId="{CA81531F-D70F-4CDC-8D07-A71328B36680}" dt="2026-06-16T00:02:23.072" v="51"/>
          <ac:picMkLst>
            <pc:docMk/>
            <pc:sldMk cId="48796454" sldId="288"/>
            <ac:picMk id="3" creationId="{B1006EBE-804F-B352-9C45-5CD9F082470E}"/>
          </ac:picMkLst>
        </pc:picChg>
        <pc:picChg chg="add mod">
          <ac:chgData name="Henrique Delegrego" userId="dda1244064eddf32" providerId="LiveId" clId="{CA81531F-D70F-4CDC-8D07-A71328B36680}" dt="2026-06-16T00:02:23.072" v="51"/>
          <ac:picMkLst>
            <pc:docMk/>
            <pc:sldMk cId="48796454" sldId="288"/>
            <ac:picMk id="4" creationId="{749911C7-0BAE-71DC-EE73-D68D66A0D53E}"/>
          </ac:picMkLst>
        </pc:picChg>
        <pc:picChg chg="add mod">
          <ac:chgData name="Henrique Delegrego" userId="dda1244064eddf32" providerId="LiveId" clId="{CA81531F-D70F-4CDC-8D07-A71328B36680}" dt="2026-06-16T00:02:23.851" v="53"/>
          <ac:picMkLst>
            <pc:docMk/>
            <pc:sldMk cId="48796454" sldId="288"/>
            <ac:picMk id="11" creationId="{E3791EAC-8DE5-748C-0437-649F1A53772D}"/>
          </ac:picMkLst>
        </pc:picChg>
        <pc:picChg chg="add mod">
          <ac:chgData name="Henrique Delegrego" userId="dda1244064eddf32" providerId="LiveId" clId="{CA81531F-D70F-4CDC-8D07-A71328B36680}" dt="2026-06-16T00:02:23.851" v="53"/>
          <ac:picMkLst>
            <pc:docMk/>
            <pc:sldMk cId="48796454" sldId="288"/>
            <ac:picMk id="12" creationId="{6F4ACC7E-8AB2-7E2A-A25A-DC69890278AF}"/>
          </ac:picMkLst>
        </pc:picChg>
      </pc:sldChg>
      <pc:sldChg chg="addSp modSp add">
        <pc:chgData name="Henrique Delegrego" userId="dda1244064eddf32" providerId="LiveId" clId="{CA81531F-D70F-4CDC-8D07-A71328B36680}" dt="2026-06-16T00:02:26.951" v="56"/>
        <pc:sldMkLst>
          <pc:docMk/>
          <pc:sldMk cId="225651710" sldId="289"/>
        </pc:sldMkLst>
        <pc:spChg chg="add mod">
          <ac:chgData name="Henrique Delegrego" userId="dda1244064eddf32" providerId="LiveId" clId="{CA81531F-D70F-4CDC-8D07-A71328B36680}" dt="2026-06-16T00:02:26.184" v="54"/>
          <ac:spMkLst>
            <pc:docMk/>
            <pc:sldMk cId="225651710" sldId="289"/>
            <ac:spMk id="2" creationId="{4C66D1BF-D16D-A53D-620E-2E9E059EB635}"/>
          </ac:spMkLst>
        </pc:spChg>
        <pc:spChg chg="add mod">
          <ac:chgData name="Henrique Delegrego" userId="dda1244064eddf32" providerId="LiveId" clId="{CA81531F-D70F-4CDC-8D07-A71328B36680}" dt="2026-06-16T00:02:26.184" v="54"/>
          <ac:spMkLst>
            <pc:docMk/>
            <pc:sldMk cId="225651710" sldId="289"/>
            <ac:spMk id="4" creationId="{B314B515-0469-E840-E137-78276ACC014E}"/>
          </ac:spMkLst>
        </pc:spChg>
        <pc:spChg chg="add mod">
          <ac:chgData name="Henrique Delegrego" userId="dda1244064eddf32" providerId="LiveId" clId="{CA81531F-D70F-4CDC-8D07-A71328B36680}" dt="2026-06-16T00:02:26.942" v="55"/>
          <ac:spMkLst>
            <pc:docMk/>
            <pc:sldMk cId="225651710" sldId="289"/>
            <ac:spMk id="6" creationId="{5512B9C5-C225-062C-549C-4131CAC19951}"/>
          </ac:spMkLst>
        </pc:spChg>
        <pc:spChg chg="add mod">
          <ac:chgData name="Henrique Delegrego" userId="dda1244064eddf32" providerId="LiveId" clId="{CA81531F-D70F-4CDC-8D07-A71328B36680}" dt="2026-06-16T00:02:26.951" v="56"/>
          <ac:spMkLst>
            <pc:docMk/>
            <pc:sldMk cId="225651710" sldId="289"/>
            <ac:spMk id="7" creationId="{C117826D-BF92-6B55-F9EC-21170D14B372}"/>
          </ac:spMkLst>
        </pc:spChg>
        <pc:spChg chg="add mod">
          <ac:chgData name="Henrique Delegrego" userId="dda1244064eddf32" providerId="LiveId" clId="{CA81531F-D70F-4CDC-8D07-A71328B36680}" dt="2026-06-16T00:02:26.951" v="56"/>
          <ac:spMkLst>
            <pc:docMk/>
            <pc:sldMk cId="225651710" sldId="289"/>
            <ac:spMk id="9" creationId="{5E43AB90-19D8-3C2E-5A30-659EF78F793A}"/>
          </ac:spMkLst>
        </pc:spChg>
        <pc:spChg chg="add mod">
          <ac:chgData name="Henrique Delegrego" userId="dda1244064eddf32" providerId="LiveId" clId="{CA81531F-D70F-4CDC-8D07-A71328B36680}" dt="2026-06-16T00:02:26.951" v="56"/>
          <ac:spMkLst>
            <pc:docMk/>
            <pc:sldMk cId="225651710" sldId="289"/>
            <ac:spMk id="11" creationId="{767D7B94-B495-8641-750D-DFB705B7BA7E}"/>
          </ac:spMkLst>
        </pc:spChg>
        <pc:picChg chg="add mod">
          <ac:chgData name="Henrique Delegrego" userId="dda1244064eddf32" providerId="LiveId" clId="{CA81531F-D70F-4CDC-8D07-A71328B36680}" dt="2026-06-16T00:02:26.184" v="54"/>
          <ac:picMkLst>
            <pc:docMk/>
            <pc:sldMk cId="225651710" sldId="289"/>
            <ac:picMk id="3" creationId="{1219A659-A932-8263-8DA8-FF51466FD55D}"/>
          </ac:picMkLst>
        </pc:picChg>
        <pc:picChg chg="add mod">
          <ac:chgData name="Henrique Delegrego" userId="dda1244064eddf32" providerId="LiveId" clId="{CA81531F-D70F-4CDC-8D07-A71328B36680}" dt="2026-06-16T00:02:26.184" v="54"/>
          <ac:picMkLst>
            <pc:docMk/>
            <pc:sldMk cId="225651710" sldId="289"/>
            <ac:picMk id="5" creationId="{8BA44ECC-C662-068B-BDE9-91E4313E2DB8}"/>
          </ac:picMkLst>
        </pc:picChg>
        <pc:picChg chg="add mod">
          <ac:chgData name="Henrique Delegrego" userId="dda1244064eddf32" providerId="LiveId" clId="{CA81531F-D70F-4CDC-8D07-A71328B36680}" dt="2026-06-16T00:02:26.951" v="56"/>
          <ac:picMkLst>
            <pc:docMk/>
            <pc:sldMk cId="225651710" sldId="289"/>
            <ac:picMk id="8" creationId="{E36FB4DE-4889-48B3-4BC0-53B379B3B63E}"/>
          </ac:picMkLst>
        </pc:picChg>
        <pc:picChg chg="add mod">
          <ac:chgData name="Henrique Delegrego" userId="dda1244064eddf32" providerId="LiveId" clId="{CA81531F-D70F-4CDC-8D07-A71328B36680}" dt="2026-06-16T00:02:26.951" v="56"/>
          <ac:picMkLst>
            <pc:docMk/>
            <pc:sldMk cId="225651710" sldId="289"/>
            <ac:picMk id="10" creationId="{999B2DFC-52AC-B200-BC06-00BF6C7E2398}"/>
          </ac:picMkLst>
        </pc:picChg>
      </pc:sldChg>
      <pc:sldChg chg="addSp modSp add modAnim">
        <pc:chgData name="Henrique Delegrego" userId="dda1244064eddf32" providerId="LiveId" clId="{CA81531F-D70F-4CDC-8D07-A71328B36680}" dt="2026-06-16T00:02:30.195" v="59"/>
        <pc:sldMkLst>
          <pc:docMk/>
          <pc:sldMk cId="42994092" sldId="290"/>
        </pc:sldMkLst>
        <pc:spChg chg="add mod">
          <ac:chgData name="Henrique Delegrego" userId="dda1244064eddf32" providerId="LiveId" clId="{CA81531F-D70F-4CDC-8D07-A71328B36680}" dt="2026-06-16T00:02:29.382" v="57"/>
          <ac:spMkLst>
            <pc:docMk/>
            <pc:sldMk cId="42994092" sldId="290"/>
            <ac:spMk id="2" creationId="{BD77F53D-3273-926E-21DD-1A46417E6D53}"/>
          </ac:spMkLst>
        </pc:spChg>
        <pc:spChg chg="add mod">
          <ac:chgData name="Henrique Delegrego" userId="dda1244064eddf32" providerId="LiveId" clId="{CA81531F-D70F-4CDC-8D07-A71328B36680}" dt="2026-06-16T00:02:29.382" v="57"/>
          <ac:spMkLst>
            <pc:docMk/>
            <pc:sldMk cId="42994092" sldId="290"/>
            <ac:spMk id="4" creationId="{9229750F-754E-0781-D755-28207AC4CA1A}"/>
          </ac:spMkLst>
        </pc:spChg>
        <pc:spChg chg="add mod">
          <ac:chgData name="Henrique Delegrego" userId="dda1244064eddf32" providerId="LiveId" clId="{CA81531F-D70F-4CDC-8D07-A71328B36680}" dt="2026-06-16T00:02:29.382" v="57"/>
          <ac:spMkLst>
            <pc:docMk/>
            <pc:sldMk cId="42994092" sldId="290"/>
            <ac:spMk id="5" creationId="{AADEBC7B-E9C5-53C1-A6D8-E9F9EE2C1BDE}"/>
          </ac:spMkLst>
        </pc:spChg>
        <pc:spChg chg="add mod">
          <ac:chgData name="Henrique Delegrego" userId="dda1244064eddf32" providerId="LiveId" clId="{CA81531F-D70F-4CDC-8D07-A71328B36680}" dt="2026-06-16T00:02:29.382" v="57"/>
          <ac:spMkLst>
            <pc:docMk/>
            <pc:sldMk cId="42994092" sldId="290"/>
            <ac:spMk id="6" creationId="{8528E2B6-25B2-6867-FF2F-B05947200A26}"/>
          </ac:spMkLst>
        </pc:spChg>
        <pc:spChg chg="add mod">
          <ac:chgData name="Henrique Delegrego" userId="dda1244064eddf32" providerId="LiveId" clId="{CA81531F-D70F-4CDC-8D07-A71328B36680}" dt="2026-06-16T00:02:30.195" v="58"/>
          <ac:spMkLst>
            <pc:docMk/>
            <pc:sldMk cId="42994092" sldId="290"/>
            <ac:spMk id="7" creationId="{50FFDF83-5263-82FB-34D4-C026AE58FEFA}"/>
          </ac:spMkLst>
        </pc:spChg>
        <pc:spChg chg="add mod">
          <ac:chgData name="Henrique Delegrego" userId="dda1244064eddf32" providerId="LiveId" clId="{CA81531F-D70F-4CDC-8D07-A71328B36680}" dt="2026-06-16T00:02:30.195" v="59"/>
          <ac:spMkLst>
            <pc:docMk/>
            <pc:sldMk cId="42994092" sldId="290"/>
            <ac:spMk id="8" creationId="{D0BC4A55-FD36-8481-4AF3-77DBEDECE65A}"/>
          </ac:spMkLst>
        </pc:spChg>
        <pc:spChg chg="add mod">
          <ac:chgData name="Henrique Delegrego" userId="dda1244064eddf32" providerId="LiveId" clId="{CA81531F-D70F-4CDC-8D07-A71328B36680}" dt="2026-06-16T00:02:30.195" v="59"/>
          <ac:spMkLst>
            <pc:docMk/>
            <pc:sldMk cId="42994092" sldId="290"/>
            <ac:spMk id="10" creationId="{417299FA-65D8-256A-2B31-23FA2795443A}"/>
          </ac:spMkLst>
        </pc:spChg>
        <pc:spChg chg="add mod">
          <ac:chgData name="Henrique Delegrego" userId="dda1244064eddf32" providerId="LiveId" clId="{CA81531F-D70F-4CDC-8D07-A71328B36680}" dt="2026-06-16T00:02:30.195" v="59"/>
          <ac:spMkLst>
            <pc:docMk/>
            <pc:sldMk cId="42994092" sldId="290"/>
            <ac:spMk id="11" creationId="{6E5CCCC4-C20A-9564-0585-206384FE5DF8}"/>
          </ac:spMkLst>
        </pc:spChg>
        <pc:spChg chg="add mod">
          <ac:chgData name="Henrique Delegrego" userId="dda1244064eddf32" providerId="LiveId" clId="{CA81531F-D70F-4CDC-8D07-A71328B36680}" dt="2026-06-16T00:02:30.195" v="59"/>
          <ac:spMkLst>
            <pc:docMk/>
            <pc:sldMk cId="42994092" sldId="290"/>
            <ac:spMk id="12" creationId="{3AF4B6D5-81BB-8169-FD07-785B2B6C4F9C}"/>
          </ac:spMkLst>
        </pc:spChg>
        <pc:spChg chg="add mod">
          <ac:chgData name="Henrique Delegrego" userId="dda1244064eddf32" providerId="LiveId" clId="{CA81531F-D70F-4CDC-8D07-A71328B36680}" dt="2026-06-16T00:02:30.195" v="59"/>
          <ac:spMkLst>
            <pc:docMk/>
            <pc:sldMk cId="42994092" sldId="290"/>
            <ac:spMk id="13" creationId="{498D69E6-39BF-7C5A-F2A9-8E7799C9283A}"/>
          </ac:spMkLst>
        </pc:spChg>
        <pc:picChg chg="add mod">
          <ac:chgData name="Henrique Delegrego" userId="dda1244064eddf32" providerId="LiveId" clId="{CA81531F-D70F-4CDC-8D07-A71328B36680}" dt="2026-06-16T00:02:29.382" v="57"/>
          <ac:picMkLst>
            <pc:docMk/>
            <pc:sldMk cId="42994092" sldId="290"/>
            <ac:picMk id="3" creationId="{3BF9183D-22F9-2966-A506-E0D89A727CC2}"/>
          </ac:picMkLst>
        </pc:picChg>
        <pc:picChg chg="add mod">
          <ac:chgData name="Henrique Delegrego" userId="dda1244064eddf32" providerId="LiveId" clId="{CA81531F-D70F-4CDC-8D07-A71328B36680}" dt="2026-06-16T00:02:30.195" v="59"/>
          <ac:picMkLst>
            <pc:docMk/>
            <pc:sldMk cId="42994092" sldId="290"/>
            <ac:picMk id="9" creationId="{4EDF4BA6-7ECB-F07B-1AE3-507AFE7A3DB8}"/>
          </ac:picMkLst>
        </pc:picChg>
      </pc:sldChg>
      <pc:sldChg chg="add">
        <pc:chgData name="Henrique Delegrego" userId="dda1244064eddf32" providerId="LiveId" clId="{CA81531F-D70F-4CDC-8D07-A71328B36680}" dt="2026-06-16T00:01:52.042" v="26"/>
        <pc:sldMkLst>
          <pc:docMk/>
          <pc:sldMk cId="571025942" sldId="291"/>
        </pc:sldMkLst>
      </pc:sldChg>
      <pc:sldChg chg="addSp modSp add del">
        <pc:chgData name="Henrique Delegrego" userId="dda1244064eddf32" providerId="LiveId" clId="{CA81531F-D70F-4CDC-8D07-A71328B36680}" dt="2026-06-16T00:01:50.678" v="25" actId="2696"/>
        <pc:sldMkLst>
          <pc:docMk/>
          <pc:sldMk cId="3190952213" sldId="291"/>
        </pc:sldMkLst>
        <pc:spChg chg="add mod">
          <ac:chgData name="Henrique Delegrego" userId="dda1244064eddf32" providerId="LiveId" clId="{CA81531F-D70F-4CDC-8D07-A71328B36680}" dt="2026-06-16T00:01:47.541" v="22"/>
          <ac:spMkLst>
            <pc:docMk/>
            <pc:sldMk cId="3190952213" sldId="291"/>
            <ac:spMk id="2" creationId="{67F2888F-2CA6-F807-6435-E0E1C76C6B8C}"/>
          </ac:spMkLst>
        </pc:spChg>
        <pc:spChg chg="add mod">
          <ac:chgData name="Henrique Delegrego" userId="dda1244064eddf32" providerId="LiveId" clId="{CA81531F-D70F-4CDC-8D07-A71328B36680}" dt="2026-06-16T00:01:47.541" v="22"/>
          <ac:spMkLst>
            <pc:docMk/>
            <pc:sldMk cId="3190952213" sldId="291"/>
            <ac:spMk id="3" creationId="{4BBC8A8D-044A-3A25-1188-37264CA0EC53}"/>
          </ac:spMkLst>
        </pc:spChg>
        <pc:spChg chg="add mod">
          <ac:chgData name="Henrique Delegrego" userId="dda1244064eddf32" providerId="LiveId" clId="{CA81531F-D70F-4CDC-8D07-A71328B36680}" dt="2026-06-16T00:01:48.275" v="23"/>
          <ac:spMkLst>
            <pc:docMk/>
            <pc:sldMk cId="3190952213" sldId="291"/>
            <ac:spMk id="4" creationId="{6E429663-3049-880C-306B-16261FAC1B5A}"/>
          </ac:spMkLst>
        </pc:spChg>
        <pc:spChg chg="add mod">
          <ac:chgData name="Henrique Delegrego" userId="dda1244064eddf32" providerId="LiveId" clId="{CA81531F-D70F-4CDC-8D07-A71328B36680}" dt="2026-06-16T00:01:48.275" v="24"/>
          <ac:spMkLst>
            <pc:docMk/>
            <pc:sldMk cId="3190952213" sldId="291"/>
            <ac:spMk id="6" creationId="{E033CFC7-39AF-75C5-9FA6-BE938EC1493B}"/>
          </ac:spMkLst>
        </pc:spChg>
        <pc:spChg chg="add mod">
          <ac:chgData name="Henrique Delegrego" userId="dda1244064eddf32" providerId="LiveId" clId="{CA81531F-D70F-4CDC-8D07-A71328B36680}" dt="2026-06-16T00:01:48.275" v="24"/>
          <ac:spMkLst>
            <pc:docMk/>
            <pc:sldMk cId="3190952213" sldId="291"/>
            <ac:spMk id="7" creationId="{28F62421-A190-6A24-05F3-0847623F1378}"/>
          </ac:spMkLst>
        </pc:spChg>
        <pc:spChg chg="add mod">
          <ac:chgData name="Henrique Delegrego" userId="dda1244064eddf32" providerId="LiveId" clId="{CA81531F-D70F-4CDC-8D07-A71328B36680}" dt="2026-06-16T00:01:48.275" v="24"/>
          <ac:spMkLst>
            <pc:docMk/>
            <pc:sldMk cId="3190952213" sldId="291"/>
            <ac:spMk id="8" creationId="{B90E196F-9162-5130-F5CB-E4636B423D44}"/>
          </ac:spMkLst>
        </pc:spChg>
        <pc:picChg chg="add mod">
          <ac:chgData name="Henrique Delegrego" userId="dda1244064eddf32" providerId="LiveId" clId="{CA81531F-D70F-4CDC-8D07-A71328B36680}" dt="2026-06-16T00:01:47.541" v="22"/>
          <ac:picMkLst>
            <pc:docMk/>
            <pc:sldMk cId="3190952213" sldId="291"/>
            <ac:picMk id="5" creationId="{DF78B391-1FC8-2140-AB04-CEB43A58182C}"/>
          </ac:picMkLst>
        </pc:picChg>
        <pc:picChg chg="add mod">
          <ac:chgData name="Henrique Delegrego" userId="dda1244064eddf32" providerId="LiveId" clId="{CA81531F-D70F-4CDC-8D07-A71328B36680}" dt="2026-06-16T00:01:48.275" v="24"/>
          <ac:picMkLst>
            <pc:docMk/>
            <pc:sldMk cId="3190952213" sldId="291"/>
            <ac:picMk id="9" creationId="{A5F627EB-33C3-31C0-FA95-99C6A4654EE8}"/>
          </ac:picMkLst>
        </pc:picChg>
      </pc:sldChg>
      <pc:sldChg chg="addSp delSp modSp add mod delAnim modAnim">
        <pc:chgData name="Henrique Delegrego" userId="dda1244064eddf32" providerId="LiveId" clId="{CA81531F-D70F-4CDC-8D07-A71328B36680}" dt="2026-06-16T00:02:42.029" v="64"/>
        <pc:sldMkLst>
          <pc:docMk/>
          <pc:sldMk cId="3190405000" sldId="292"/>
        </pc:sldMkLst>
        <pc:spChg chg="add mod">
          <ac:chgData name="Henrique Delegrego" userId="dda1244064eddf32" providerId="LiveId" clId="{CA81531F-D70F-4CDC-8D07-A71328B36680}" dt="2026-06-16T00:02:41.191" v="62"/>
          <ac:spMkLst>
            <pc:docMk/>
            <pc:sldMk cId="3190405000" sldId="292"/>
            <ac:spMk id="2" creationId="{C19C36F5-6308-A876-993E-24165A4814BD}"/>
          </ac:spMkLst>
        </pc:spChg>
        <pc:spChg chg="add mod">
          <ac:chgData name="Henrique Delegrego" userId="dda1244064eddf32" providerId="LiveId" clId="{CA81531F-D70F-4CDC-8D07-A71328B36680}" dt="2026-06-16T00:02:41.191" v="62"/>
          <ac:spMkLst>
            <pc:docMk/>
            <pc:sldMk cId="3190405000" sldId="292"/>
            <ac:spMk id="3" creationId="{1D0693DE-8DC0-722E-11CE-B54BD8498D5A}"/>
          </ac:spMkLst>
        </pc:spChg>
        <pc:spChg chg="add mod">
          <ac:chgData name="Henrique Delegrego" userId="dda1244064eddf32" providerId="LiveId" clId="{CA81531F-D70F-4CDC-8D07-A71328B36680}" dt="2026-06-16T00:02:41.191" v="62"/>
          <ac:spMkLst>
            <pc:docMk/>
            <pc:sldMk cId="3190405000" sldId="292"/>
            <ac:spMk id="5" creationId="{5E448A9D-F3C7-BD38-B812-E24F5D0B1E9D}"/>
          </ac:spMkLst>
        </pc:spChg>
        <pc:spChg chg="add mod">
          <ac:chgData name="Henrique Delegrego" userId="dda1244064eddf32" providerId="LiveId" clId="{CA81531F-D70F-4CDC-8D07-A71328B36680}" dt="2026-06-16T00:02:42.021" v="63"/>
          <ac:spMkLst>
            <pc:docMk/>
            <pc:sldMk cId="3190405000" sldId="292"/>
            <ac:spMk id="6" creationId="{D36DB498-9399-2AC9-0AB3-AE751FF1FAF0}"/>
          </ac:spMkLst>
        </pc:spChg>
        <pc:spChg chg="add mod">
          <ac:chgData name="Henrique Delegrego" userId="dda1244064eddf32" providerId="LiveId" clId="{CA81531F-D70F-4CDC-8D07-A71328B36680}" dt="2026-06-16T00:02:42.029" v="64"/>
          <ac:spMkLst>
            <pc:docMk/>
            <pc:sldMk cId="3190405000" sldId="292"/>
            <ac:spMk id="7" creationId="{67C87C0A-0427-6B76-7562-0B2C72A4D337}"/>
          </ac:spMkLst>
        </pc:spChg>
        <pc:spChg chg="del">
          <ac:chgData name="Henrique Delegrego" userId="dda1244064eddf32" providerId="LiveId" clId="{CA81531F-D70F-4CDC-8D07-A71328B36680}" dt="2026-06-16T00:02:39.643" v="61" actId="478"/>
          <ac:spMkLst>
            <pc:docMk/>
            <pc:sldMk cId="3190405000" sldId="292"/>
            <ac:spMk id="8" creationId="{6B8B1D91-89D1-DB8F-E803-FB7D59117A51}"/>
          </ac:spMkLst>
        </pc:spChg>
        <pc:spChg chg="del">
          <ac:chgData name="Henrique Delegrego" userId="dda1244064eddf32" providerId="LiveId" clId="{CA81531F-D70F-4CDC-8D07-A71328B36680}" dt="2026-06-16T00:02:39.643" v="61" actId="478"/>
          <ac:spMkLst>
            <pc:docMk/>
            <pc:sldMk cId="3190405000" sldId="292"/>
            <ac:spMk id="10" creationId="{B1A889A4-C92A-E4F8-DB2F-76AB391C4E33}"/>
          </ac:spMkLst>
        </pc:spChg>
        <pc:spChg chg="del">
          <ac:chgData name="Henrique Delegrego" userId="dda1244064eddf32" providerId="LiveId" clId="{CA81531F-D70F-4CDC-8D07-A71328B36680}" dt="2026-06-16T00:02:39.643" v="61" actId="478"/>
          <ac:spMkLst>
            <pc:docMk/>
            <pc:sldMk cId="3190405000" sldId="292"/>
            <ac:spMk id="11" creationId="{AE70A384-41E2-134E-3E6C-6529D0EB56F0}"/>
          </ac:spMkLst>
        </pc:spChg>
        <pc:spChg chg="del">
          <ac:chgData name="Henrique Delegrego" userId="dda1244064eddf32" providerId="LiveId" clId="{CA81531F-D70F-4CDC-8D07-A71328B36680}" dt="2026-06-16T00:02:39.643" v="61" actId="478"/>
          <ac:spMkLst>
            <pc:docMk/>
            <pc:sldMk cId="3190405000" sldId="292"/>
            <ac:spMk id="12" creationId="{CF430510-B3E4-4F34-851F-813EBA71A7BA}"/>
          </ac:spMkLst>
        </pc:spChg>
        <pc:spChg chg="del">
          <ac:chgData name="Henrique Delegrego" userId="dda1244064eddf32" providerId="LiveId" clId="{CA81531F-D70F-4CDC-8D07-A71328B36680}" dt="2026-06-16T00:02:39.643" v="61" actId="478"/>
          <ac:spMkLst>
            <pc:docMk/>
            <pc:sldMk cId="3190405000" sldId="292"/>
            <ac:spMk id="13" creationId="{E1699DEE-D1C1-E1D6-2627-B804BEF65523}"/>
          </ac:spMkLst>
        </pc:spChg>
        <pc:spChg chg="add mod">
          <ac:chgData name="Henrique Delegrego" userId="dda1244064eddf32" providerId="LiveId" clId="{CA81531F-D70F-4CDC-8D07-A71328B36680}" dt="2026-06-16T00:02:42.029" v="64"/>
          <ac:spMkLst>
            <pc:docMk/>
            <pc:sldMk cId="3190405000" sldId="292"/>
            <ac:spMk id="14" creationId="{C20ED59F-B40E-6238-CD99-9A5D7FD23564}"/>
          </ac:spMkLst>
        </pc:spChg>
        <pc:spChg chg="add mod">
          <ac:chgData name="Henrique Delegrego" userId="dda1244064eddf32" providerId="LiveId" clId="{CA81531F-D70F-4CDC-8D07-A71328B36680}" dt="2026-06-16T00:02:42.029" v="64"/>
          <ac:spMkLst>
            <pc:docMk/>
            <pc:sldMk cId="3190405000" sldId="292"/>
            <ac:spMk id="16" creationId="{B55E2B4B-2888-902F-44DE-A5C20E6437DA}"/>
          </ac:spMkLst>
        </pc:spChg>
        <pc:spChg chg="add mod">
          <ac:chgData name="Henrique Delegrego" userId="dda1244064eddf32" providerId="LiveId" clId="{CA81531F-D70F-4CDC-8D07-A71328B36680}" dt="2026-06-16T00:02:42.029" v="64"/>
          <ac:spMkLst>
            <pc:docMk/>
            <pc:sldMk cId="3190405000" sldId="292"/>
            <ac:spMk id="17" creationId="{61590DFD-B472-C3F9-B7B8-AA40440C2767}"/>
          </ac:spMkLst>
        </pc:spChg>
        <pc:picChg chg="add mod">
          <ac:chgData name="Henrique Delegrego" userId="dda1244064eddf32" providerId="LiveId" clId="{CA81531F-D70F-4CDC-8D07-A71328B36680}" dt="2026-06-16T00:02:41.191" v="62"/>
          <ac:picMkLst>
            <pc:docMk/>
            <pc:sldMk cId="3190405000" sldId="292"/>
            <ac:picMk id="4" creationId="{C86B1445-50DD-C303-9B23-5E5C7326F5A3}"/>
          </ac:picMkLst>
        </pc:picChg>
        <pc:picChg chg="del">
          <ac:chgData name="Henrique Delegrego" userId="dda1244064eddf32" providerId="LiveId" clId="{CA81531F-D70F-4CDC-8D07-A71328B36680}" dt="2026-06-16T00:02:39.643" v="61" actId="478"/>
          <ac:picMkLst>
            <pc:docMk/>
            <pc:sldMk cId="3190405000" sldId="292"/>
            <ac:picMk id="9" creationId="{E616EBE5-343E-AB2B-408E-1A24D147C12D}"/>
          </ac:picMkLst>
        </pc:picChg>
        <pc:picChg chg="add mod">
          <ac:chgData name="Henrique Delegrego" userId="dda1244064eddf32" providerId="LiveId" clId="{CA81531F-D70F-4CDC-8D07-A71328B36680}" dt="2026-06-16T00:02:42.029" v="64"/>
          <ac:picMkLst>
            <pc:docMk/>
            <pc:sldMk cId="3190405000" sldId="292"/>
            <ac:picMk id="15" creationId="{CCA6CB99-2A5B-4C19-041F-8C0231BA0B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3EA4-6D85-77B6-9234-A9E4AF33F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45F33-6650-4F83-1EA0-969EC3AB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42571-8E86-F1A9-CB0B-DE452401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8BD6-25B7-8443-3587-EFDC74DB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D01C9-D03D-A2C4-D617-8D988ADE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89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5374-883C-B5F2-7741-06211A63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7C7E-F35F-153E-5BBF-257B6EED5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242B-77B6-263A-EDA9-DEF5E0D5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0106-5F7F-22A0-451C-F848D099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AC94-C646-5361-F554-096308F9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18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D1CA-3986-F800-2558-90ABA355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11ED7-5DF2-ECD2-E82C-D8E6650DD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C228-2ECF-A5C0-7D5C-6FDC6446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0DB8D-0735-9E68-3A65-AC2025985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4414-8A88-9CF0-22F9-E08831ED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8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BE73-3D1F-938F-7AD8-93191CC2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A556-C36B-CD71-006E-BB0803A41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18AC3-98EC-13BB-3EB2-AB26BB45A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76C7D-C2C5-B84C-878F-58661885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3286E-FDB7-3997-7FD4-8B8497CA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3A71C-D569-9BA6-E6FE-9E8E9812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75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C903-C74A-00FF-9405-2E4683828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56092-9743-43BB-C1C0-1576C6837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A2160-E4D1-1188-1930-BBBCA732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91B48-0CC9-A095-6221-B7E7B8A5F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B3830-AF47-0B7E-ECEA-C07868717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55BEB-368B-3005-8E0F-AD13E60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70FBB-4F93-7578-85B9-41FAE785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C1177-EAD8-7C3B-69F4-DA078665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98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7639-1D23-AFA4-55CE-BF677261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33F047-8BE2-03D5-45B9-B4BF6EA3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2FFF6-5E25-153D-ED15-8FF5F97D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3B7DF-CE88-9898-7D69-B23F00BE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79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F0CBD-D560-7943-D98C-BDD6695D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64AF9-02DB-E764-0416-5565776E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B46AE-5078-8A1A-390A-EB34F0DA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61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222C-EA5A-D492-568C-675D5D5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236DE-1D90-8BC1-B0C7-0B40020E5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0E84B-AD28-A9F0-8275-F7068A887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EDE47-1217-13D7-BA07-736DC9A2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3696-4409-B246-8722-92EDEECE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65CF-EF58-67A4-2AB9-0DECBD12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20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8DFA-763D-CB69-5CC3-4606EFB2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D26B1-62E5-91B1-70DB-E72EA35A2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BA9FD-C53E-FAAE-D019-846E51CA9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D2D0E-021D-4538-00A0-482BF7ED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F7D24-37D7-3AF3-D471-4CBCF0F4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D41EF-E430-2AE0-EB08-3B46BB75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62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21B8-A298-D6DF-0294-185A4E9C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6F777-7D80-C7A1-907A-10C0CDD62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0D364-F362-5162-2BC6-6BC686DF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70F82-90F2-B52B-4BDF-3F644477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5711C-5988-F215-6D55-8BC5273A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82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281B3-88EE-B8E6-0F78-189D1F3A6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AAAF4-A742-52BA-3B48-368B5D676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67E9A-CA66-A8A5-2B45-DFEB00E4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D131F-C19C-4DB8-103C-1B199A68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C4D3-9007-53B4-4379-940D198F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41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A5A8B-17B8-84EA-E15B-8F5D47A4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C61E-58BA-CB9D-9B47-AE91EDC9B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AF0A-8505-72D4-D001-78515375B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A31F5-4D48-40F0-A61D-825EC73FB2D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ADC6D-B80C-1496-926A-0C3AA420B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60143-27A1-5ED8-79F4-75BAA74F9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09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86E878-BB73-3D04-121D-EA248AFD7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D71ADB2-39B8-1361-2F98-767788A4A80F}"/>
              </a:ext>
            </a:extLst>
          </p:cNvPr>
          <p:cNvSpPr txBox="1">
            <a:spLocks/>
          </p:cNvSpPr>
          <p:nvPr/>
        </p:nvSpPr>
        <p:spPr>
          <a:xfrm>
            <a:off x="451757" y="1723406"/>
            <a:ext cx="11288486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560A06E-8533-D5E8-CC43-3C362EEF5054}"/>
              </a:ext>
            </a:extLst>
          </p:cNvPr>
          <p:cNvSpPr txBox="1">
            <a:spLocks/>
          </p:cNvSpPr>
          <p:nvPr/>
        </p:nvSpPr>
        <p:spPr>
          <a:xfrm>
            <a:off x="3073637" y="3990151"/>
            <a:ext cx="6044726" cy="5909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Professor: Henrique Delegrego</a:t>
            </a:r>
            <a:endParaRPr lang="pt-BR" sz="3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0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5DF2-A4D7-057D-AACF-EC09402E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63E272E-4D75-E797-63B2-071C0163C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33CFC7-39AF-75C5-9FA6-BE938EC1493B}"/>
              </a:ext>
            </a:extLst>
          </p:cNvPr>
          <p:cNvSpPr txBox="1"/>
          <p:nvPr/>
        </p:nvSpPr>
        <p:spPr>
          <a:xfrm>
            <a:off x="0" y="1670739"/>
            <a:ext cx="9573208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Artefato executável da aplicação que contém o código fonte junto com todas as dependências, configurações e ferramentas necessárias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Inclui o código do aplicativo, variáveis de ambiente, bibliotecas e dependências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Composta por uma série de camadas, cada uma representando um conjunto de alterações no sistema de arquivos (como adicionar arquivos, instalar pacotes ou modificar configurações)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possível criar uma imagem a partir de um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Dockerfile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8F62421-A190-6A24-05F3-0847623F1378}"/>
              </a:ext>
            </a:extLst>
          </p:cNvPr>
          <p:cNvSpPr txBox="1">
            <a:spLocks/>
          </p:cNvSpPr>
          <p:nvPr/>
        </p:nvSpPr>
        <p:spPr>
          <a:xfrm>
            <a:off x="745979" y="1065496"/>
            <a:ext cx="1914801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Docker Image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90E196F-9162-5130-F5CB-E4636B423D44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4" descr="Understand Dockerfile. Dockerfile is the basic concept for… | by Rocky Chen  | The Startup | Medium">
            <a:extLst>
              <a:ext uri="{FF2B5EF4-FFF2-40B4-BE49-F238E27FC236}">
                <a16:creationId xmlns:a16="http://schemas.microsoft.com/office/drawing/2014/main" id="{A5F627EB-33C3-31C0-FA95-99C6A4654E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8" t="19861" r="76591" b="27708"/>
          <a:stretch>
            <a:fillRect/>
          </a:stretch>
        </p:blipFill>
        <p:spPr bwMode="auto">
          <a:xfrm>
            <a:off x="10179699" y="2299272"/>
            <a:ext cx="1820962" cy="2259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02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5A24-9036-72DB-7BA9-DF78090C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026B813-4716-E305-FFB9-753FA3E5B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CB5D26-8DA0-7A69-CD7E-A564761EF0B7}"/>
              </a:ext>
            </a:extLst>
          </p:cNvPr>
          <p:cNvSpPr txBox="1"/>
          <p:nvPr/>
        </p:nvSpPr>
        <p:spPr>
          <a:xfrm>
            <a:off x="0" y="1528479"/>
            <a:ext cx="11613735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Instância executável de uma imagem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Ambiente isolado onde a imagem é executada, com uma arquitetura composta de: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Namespaces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Isolam recursos como processos, interfaces de rede, sistemas de arquivos e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IDs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usuário. Cada container opera em seu próprio namespace, sem interferir nos outros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Groups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cgroups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): Limitam e monitoram o uso de recursos, garantindo que não interfiram uns nos outros ou sobrecarreguem o host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Runtime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Interage com o SO e gerencia o ciclo de vida dos containers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82C2886-40D3-D1E4-728B-91C859495B96}"/>
              </a:ext>
            </a:extLst>
          </p:cNvPr>
          <p:cNvSpPr txBox="1">
            <a:spLocks/>
          </p:cNvSpPr>
          <p:nvPr/>
        </p:nvSpPr>
        <p:spPr>
          <a:xfrm>
            <a:off x="696789" y="1013401"/>
            <a:ext cx="2413880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Docker Container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4A0B0C-6DBB-2338-E304-E815324FCA1F}"/>
              </a:ext>
            </a:extLst>
          </p:cNvPr>
          <p:cNvSpPr txBox="1"/>
          <p:nvPr/>
        </p:nvSpPr>
        <p:spPr>
          <a:xfrm>
            <a:off x="0" y="5390628"/>
            <a:ext cx="676768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fazer o nosso Hello World com o Docker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160DA3BC-DAEE-3A2D-0F8C-9380340C4BAA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83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C3BDB-7844-5F40-25C0-7C960AD2D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A9A037F-BC16-B20A-3A47-AB50DA085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8EC60E-067C-5B1A-21BE-392D34F9D277}"/>
              </a:ext>
            </a:extLst>
          </p:cNvPr>
          <p:cNvSpPr txBox="1"/>
          <p:nvPr/>
        </p:nvSpPr>
        <p:spPr>
          <a:xfrm>
            <a:off x="0" y="1232367"/>
            <a:ext cx="1148549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Usado para armazenar e distribuir Imagens Docker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Funciona como uma biblioteca de imagens, permitindo que os usuários façam upload, armazenem, gerenciem e baixem imagens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imagens são etiquetadas com identificadores únicos de versão, facilitando o gerenciamento de diferentes versões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ED823D-BA46-0739-8CE6-1CB13D99EB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882"/>
          <a:stretch/>
        </p:blipFill>
        <p:spPr>
          <a:xfrm>
            <a:off x="1150703" y="3429000"/>
            <a:ext cx="4845861" cy="2027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E2581C-E06D-6181-15CD-E68D8643D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682" y="3503513"/>
            <a:ext cx="4273615" cy="2027775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28448BDA-0BBC-6F7B-0161-068D0CC196F3}"/>
              </a:ext>
            </a:extLst>
          </p:cNvPr>
          <p:cNvSpPr txBox="1">
            <a:spLocks/>
          </p:cNvSpPr>
          <p:nvPr/>
        </p:nvSpPr>
        <p:spPr>
          <a:xfrm>
            <a:off x="706508" y="807635"/>
            <a:ext cx="168720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Docker Hub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FFED31-1FB9-B57B-0963-B21192699DC0}"/>
              </a:ext>
            </a:extLst>
          </p:cNvPr>
          <p:cNvSpPr txBox="1"/>
          <p:nvPr/>
        </p:nvSpPr>
        <p:spPr>
          <a:xfrm>
            <a:off x="0" y="5596394"/>
            <a:ext cx="676768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conhecer o Docker Hub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F4F68DA-2286-3CCE-E5A8-9634C6E13A96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2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1CFA4-DBF6-2609-D4ED-026CF487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A53170C-0B66-B836-25E9-F1575712B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A1C165-120F-50B2-73CD-829200C116EB}"/>
              </a:ext>
            </a:extLst>
          </p:cNvPr>
          <p:cNvSpPr txBox="1"/>
          <p:nvPr/>
        </p:nvSpPr>
        <p:spPr>
          <a:xfrm>
            <a:off x="0" y="1737841"/>
            <a:ext cx="11662611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fazer o download de uma imagem utilizamos o comando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Baixa uma imagem do Docker Hub para o seu armazenamento de imagens local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uma imagem já estiver presente localmente, verifica se há atualizações e baixa apenas as camadas alteradas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comando é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nome-imagem&lt;:tag | @digest&gt;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você omitir a tag ou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digest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o Docker usará a tag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latest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por padrão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boa prática pegar alguma versão anterior à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latest</a:t>
            </a:r>
            <a:endParaRPr lang="pt-BR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A9A1237-0BE4-5602-DF8D-06690C8902B1}"/>
              </a:ext>
            </a:extLst>
          </p:cNvPr>
          <p:cNvSpPr txBox="1">
            <a:spLocks/>
          </p:cNvSpPr>
          <p:nvPr/>
        </p:nvSpPr>
        <p:spPr>
          <a:xfrm>
            <a:off x="741670" y="1156856"/>
            <a:ext cx="3144529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Comandos básicos: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2F66AB-5313-8D69-8DFD-2A724CBB2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564" y="5569618"/>
            <a:ext cx="6910872" cy="445994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4D3A53A6-24D7-8A90-70C5-2B42B9E3C1E0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123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5D0E6-3A58-3C67-FD59-3785CC8F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46FEA01-C3E2-3489-90C7-1E93CCB40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94C39C-5520-FA6E-B87A-71599C9CEEF3}"/>
              </a:ext>
            </a:extLst>
          </p:cNvPr>
          <p:cNvSpPr txBox="1"/>
          <p:nvPr/>
        </p:nvSpPr>
        <p:spPr>
          <a:xfrm>
            <a:off x="0" y="1858655"/>
            <a:ext cx="11733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listar as imagens armazenadas localmente, executamos o comando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images</a:t>
            </a:r>
            <a:endParaRPr lang="pt-BR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F330D49-E540-1F31-5C95-A3F9E596CD76}"/>
              </a:ext>
            </a:extLst>
          </p:cNvPr>
          <p:cNvSpPr txBox="1">
            <a:spLocks/>
          </p:cNvSpPr>
          <p:nvPr/>
        </p:nvSpPr>
        <p:spPr>
          <a:xfrm>
            <a:off x="664758" y="1131471"/>
            <a:ext cx="3586400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Comandos básicos: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images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7B3D1-7EA4-8FD5-142F-416C34BCF203}"/>
              </a:ext>
            </a:extLst>
          </p:cNvPr>
          <p:cNvSpPr txBox="1"/>
          <p:nvPr/>
        </p:nvSpPr>
        <p:spPr>
          <a:xfrm>
            <a:off x="-1" y="4838924"/>
            <a:ext cx="1208314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Pesquisem por algumas imagens no Docker Hub e façam o download delas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Listem essas imagens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816E2F-2383-F7B2-3042-84B8AAD58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804" y="3066683"/>
            <a:ext cx="8562392" cy="869115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E831FB1-604E-E28B-E4C8-E608229E3858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76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CE5C-BD28-2CE5-7A7E-28011A75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0A14DA-1B36-B7F3-E3F4-D51CC1484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8F2D4F-62F1-B107-4C1A-8DC95736C9E4}"/>
              </a:ext>
            </a:extLst>
          </p:cNvPr>
          <p:cNvSpPr txBox="1"/>
          <p:nvPr/>
        </p:nvSpPr>
        <p:spPr>
          <a:xfrm>
            <a:off x="0" y="2074783"/>
            <a:ext cx="112377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 para criar e iniciar um novo container a partir de uma imagem especificada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Usamos o comando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nome-imagem&lt;:tag | @digest&gt;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a imagem especificada não existir localmente, é feito o download dela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71FEE4B-6B22-C62A-A9B7-8E191106A73D}"/>
              </a:ext>
            </a:extLst>
          </p:cNvPr>
          <p:cNvSpPr txBox="1">
            <a:spLocks/>
          </p:cNvSpPr>
          <p:nvPr/>
        </p:nvSpPr>
        <p:spPr>
          <a:xfrm>
            <a:off x="703570" y="1328306"/>
            <a:ext cx="3144529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Comandos básicos: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0ECABB-879C-06CC-1A78-38E72A461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814" y="4674364"/>
            <a:ext cx="8632371" cy="461917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9A984B4E-B020-1EDB-F2EC-9C5433673374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58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BE9AA-47E0-D729-A291-0571573A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055C61-42EF-B4DC-828D-D69F87C04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3C6D79-1ECB-4C2C-DB1C-C9E5FB30196E}"/>
              </a:ext>
            </a:extLst>
          </p:cNvPr>
          <p:cNvSpPr txBox="1"/>
          <p:nvPr/>
        </p:nvSpPr>
        <p:spPr>
          <a:xfrm>
            <a:off x="-1" y="1749504"/>
            <a:ext cx="963675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Comando para listar os containers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Mostra apenas os container em execução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a flag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-a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para incluir containers que não estão em execução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F3EEB6F-5F4C-B647-F34F-71234BE73B4F}"/>
              </a:ext>
            </a:extLst>
          </p:cNvPr>
          <p:cNvSpPr txBox="1">
            <a:spLocks/>
          </p:cNvSpPr>
          <p:nvPr/>
        </p:nvSpPr>
        <p:spPr>
          <a:xfrm>
            <a:off x="741670" y="1156856"/>
            <a:ext cx="300165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Comandos básicos: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ps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62EB2-BA06-EE3B-1686-1CD51382AC1F}"/>
              </a:ext>
            </a:extLst>
          </p:cNvPr>
          <p:cNvSpPr txBox="1"/>
          <p:nvPr/>
        </p:nvSpPr>
        <p:spPr>
          <a:xfrm>
            <a:off x="-1" y="4975461"/>
            <a:ext cx="1071562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Iniciem o container de alguma distribuição de Linux de sua escolha e listem-no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ECD34F-EC92-B382-DF4D-44CE15501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375" y="3754280"/>
            <a:ext cx="10195249" cy="57067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511A601A-5633-398D-DF2A-B75D736F531C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48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378B-60EB-E490-2318-FDE637E1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D9BC8D3-D5B4-E9E5-0E9F-70E7BFBB9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906FCF4D-8DF0-2D7C-E263-AAF4E1B87204}"/>
              </a:ext>
            </a:extLst>
          </p:cNvPr>
          <p:cNvSpPr txBox="1">
            <a:spLocks/>
          </p:cNvSpPr>
          <p:nvPr/>
        </p:nvSpPr>
        <p:spPr>
          <a:xfrm>
            <a:off x="741670" y="1021274"/>
            <a:ext cx="159115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Entrypoint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4DDA9-1A47-F026-EA11-682A53692626}"/>
              </a:ext>
            </a:extLst>
          </p:cNvPr>
          <p:cNvSpPr txBox="1"/>
          <p:nvPr/>
        </p:nvSpPr>
        <p:spPr>
          <a:xfrm>
            <a:off x="0" y="5682740"/>
            <a:ext cx="1123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Notem que o terminal ficou “dedicado” ao container, então temos que abrir outro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44C9C-4AC8-73D1-6E77-E437F98B94B8}"/>
              </a:ext>
            </a:extLst>
          </p:cNvPr>
          <p:cNvSpPr txBox="1"/>
          <p:nvPr/>
        </p:nvSpPr>
        <p:spPr>
          <a:xfrm>
            <a:off x="0" y="1613495"/>
            <a:ext cx="11844671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 container só fica em execução enquanto seu processo principal estiver em execução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Alguns containers, como servidores web são projetados para executar um serviço de longa duração, esses containers geralmente têm um processo em primeiro plano que continua em execução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1FE75E-97A9-2A98-DEB8-C8B31913D402}"/>
              </a:ext>
            </a:extLst>
          </p:cNvPr>
          <p:cNvSpPr txBox="1"/>
          <p:nvPr/>
        </p:nvSpPr>
        <p:spPr>
          <a:xfrm>
            <a:off x="0" y="4625033"/>
            <a:ext cx="1071562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Iniciem o container de algum servidor web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DFA23F-B8FD-5630-3E41-7505A0BA7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375" y="3754280"/>
            <a:ext cx="10195249" cy="570671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7F7008B4-F173-16ED-92AB-A7532DD0EC74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42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0A3B7-7FAE-D83A-0B5E-22A4C0F24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5ECC87D-474F-C1A0-7065-D95B3E0B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685FF6-FA4F-F696-D651-6539AE48794A}"/>
              </a:ext>
            </a:extLst>
          </p:cNvPr>
          <p:cNvSpPr txBox="1"/>
          <p:nvPr/>
        </p:nvSpPr>
        <p:spPr>
          <a:xfrm>
            <a:off x="0" y="1779335"/>
            <a:ext cx="963675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Executa o container em modo desacoplado, sem travar o terminal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Dá um nome ao container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560045F-7F56-1AD9-11BC-0BBCCFC8716D}"/>
              </a:ext>
            </a:extLst>
          </p:cNvPr>
          <p:cNvSpPr txBox="1">
            <a:spLocks/>
          </p:cNvSpPr>
          <p:nvPr/>
        </p:nvSpPr>
        <p:spPr>
          <a:xfrm>
            <a:off x="703346" y="1234980"/>
            <a:ext cx="3220730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Comandos básicos: tags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383D80-5191-19C1-CA4C-ADFC67D9C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167" y="3935719"/>
            <a:ext cx="8767665" cy="970449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199F04BF-3E7B-10D8-FA35-D65AFAD0F4FE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756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6F778-0623-7C86-0891-9AD0E007C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1C0C47D-B3BE-B5C1-F45C-E0C94FB57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1FE4AF-A8D3-A144-B4B5-FE0F49BA33BB}"/>
              </a:ext>
            </a:extLst>
          </p:cNvPr>
          <p:cNvSpPr txBox="1"/>
          <p:nvPr/>
        </p:nvSpPr>
        <p:spPr>
          <a:xfrm>
            <a:off x="0" y="1636557"/>
            <a:ext cx="9636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partir do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 container podemos parar e iniciar ele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791EAC-8DE5-748C-0437-649F1A537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45" y="3121129"/>
            <a:ext cx="4335653" cy="544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4ACC7E-8AB2-7E2A-A25A-DC6989027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366" y="3085595"/>
            <a:ext cx="4606291" cy="5805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90998-E938-7E2A-CE52-CF205B93D704}"/>
              </a:ext>
            </a:extLst>
          </p:cNvPr>
          <p:cNvSpPr txBox="1"/>
          <p:nvPr/>
        </p:nvSpPr>
        <p:spPr>
          <a:xfrm>
            <a:off x="732145" y="2258287"/>
            <a:ext cx="1994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 stop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29ECA0-565A-FEB2-33AB-6DEB8E287E93}"/>
              </a:ext>
            </a:extLst>
          </p:cNvPr>
          <p:cNvSpPr txBox="1"/>
          <p:nvPr/>
        </p:nvSpPr>
        <p:spPr>
          <a:xfrm>
            <a:off x="7045366" y="2286721"/>
            <a:ext cx="1994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 start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FDB3C819-706D-4C73-7D83-3CACF11ECCD4}"/>
              </a:ext>
            </a:extLst>
          </p:cNvPr>
          <p:cNvSpPr txBox="1">
            <a:spLocks/>
          </p:cNvSpPr>
          <p:nvPr/>
        </p:nvSpPr>
        <p:spPr>
          <a:xfrm>
            <a:off x="732145" y="1032550"/>
            <a:ext cx="4173230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Comandos básicos: start e stop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6006F-9AEF-8D5A-83BD-258DA8DB7DAA}"/>
              </a:ext>
            </a:extLst>
          </p:cNvPr>
          <p:cNvSpPr txBox="1"/>
          <p:nvPr/>
        </p:nvSpPr>
        <p:spPr>
          <a:xfrm>
            <a:off x="0" y="4321196"/>
            <a:ext cx="625151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Pratiquem os comandos passados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Aproveite para conhecer outros comandos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sleep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pause,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unpause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--force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88E1EF05-DA1A-24E8-F466-852AF05CB5E8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9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6D78-34F9-5DCF-3C2D-EE9178F0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66126B0-E150-6450-E1CE-1BFDBD9F1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17826D-BF92-6B55-F9EC-21170D14B372}"/>
              </a:ext>
            </a:extLst>
          </p:cNvPr>
          <p:cNvSpPr txBox="1"/>
          <p:nvPr/>
        </p:nvSpPr>
        <p:spPr>
          <a:xfrm>
            <a:off x="0" y="1299494"/>
            <a:ext cx="10892589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 container quando criado roda na rede interna do Docker</a:t>
            </a:r>
          </a:p>
          <a:p>
            <a:pPr marL="720000" lvl="1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Binding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é o ato de publicar uma dessas portas do container no host, de forma que conexões feitas no host cheguem ao container</a:t>
            </a:r>
          </a:p>
          <a:p>
            <a:pPr marL="720000" lvl="1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Porta do container: </a:t>
            </a:r>
          </a:p>
          <a:p>
            <a:pPr marL="1177200" lvl="2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Porta dentro do container Docker onde um serviço ou aplicação está ouvindo</a:t>
            </a:r>
          </a:p>
          <a:p>
            <a:pPr marL="720000" lvl="1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Porta do host:</a:t>
            </a:r>
          </a:p>
          <a:p>
            <a:pPr marL="1177200" lvl="2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Porta na máquina host que redireciona o tráfego para a porta do container</a:t>
            </a:r>
          </a:p>
        </p:txBody>
      </p:sp>
      <p:pic>
        <p:nvPicPr>
          <p:cNvPr id="8" name="Picture 2" descr="Why do we bind ports in docker. In Docker, when you run a container… | by  Praneeth Pran | Medium">
            <a:extLst>
              <a:ext uri="{FF2B5EF4-FFF2-40B4-BE49-F238E27FC236}">
                <a16:creationId xmlns:a16="http://schemas.microsoft.com/office/drawing/2014/main" id="{E36FB4DE-4889-48B3-4BC0-53B379B3B6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" t="24192" r="4445" b="23112"/>
          <a:stretch/>
        </p:blipFill>
        <p:spPr bwMode="auto">
          <a:xfrm>
            <a:off x="702492" y="4911425"/>
            <a:ext cx="5185124" cy="129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5E43AB90-19D8-3C2E-5A30-659EF78F793A}"/>
              </a:ext>
            </a:extLst>
          </p:cNvPr>
          <p:cNvSpPr txBox="1">
            <a:spLocks/>
          </p:cNvSpPr>
          <p:nvPr/>
        </p:nvSpPr>
        <p:spPr>
          <a:xfrm>
            <a:off x="702492" y="788837"/>
            <a:ext cx="1793850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Port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Binding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9B2DFC-52AC-B200-BC06-00BF6C7E23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" t="19184" r="1685" b="36490"/>
          <a:stretch>
            <a:fillRect/>
          </a:stretch>
        </p:blipFill>
        <p:spPr>
          <a:xfrm>
            <a:off x="6469641" y="4657094"/>
            <a:ext cx="5185124" cy="1580295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767D7B94-B495-8641-750D-DFB705B7BA7E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51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0978B-6B42-E019-D2EE-CB0B9DC1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0005B73-AEA9-2018-C48F-AB98B149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BC4A55-FD36-8481-4AF3-77DBEDECE65A}"/>
              </a:ext>
            </a:extLst>
          </p:cNvPr>
          <p:cNvSpPr txBox="1"/>
          <p:nvPr/>
        </p:nvSpPr>
        <p:spPr>
          <a:xfrm>
            <a:off x="0" y="1658837"/>
            <a:ext cx="9636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comando é composto pela tag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–p &lt;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porta-host:porta-container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endParaRPr lang="pt-BR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DF4BA6-7ECB-F07B-1AE3-507AFE7A3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99" y="2495905"/>
            <a:ext cx="10961012" cy="13726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7299FA-65D8-256A-2B31-23FA2795443A}"/>
              </a:ext>
            </a:extLst>
          </p:cNvPr>
          <p:cNvSpPr txBox="1"/>
          <p:nvPr/>
        </p:nvSpPr>
        <p:spPr>
          <a:xfrm>
            <a:off x="0" y="4506666"/>
            <a:ext cx="1198975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Somente um serviço pode ser executado em uma porta de host específica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uma prática comum mapear a porta do host para a mesma porta exposta pelo container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6E5CCCC4-C20A-9564-0585-206384FE5DF8}"/>
              </a:ext>
            </a:extLst>
          </p:cNvPr>
          <p:cNvSpPr txBox="1">
            <a:spLocks/>
          </p:cNvSpPr>
          <p:nvPr/>
        </p:nvSpPr>
        <p:spPr>
          <a:xfrm>
            <a:off x="698228" y="892886"/>
            <a:ext cx="1793850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Port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Binding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4B6D5-81BB-8169-FD07-785B2B6C4F9C}"/>
              </a:ext>
            </a:extLst>
          </p:cNvPr>
          <p:cNvSpPr txBox="1"/>
          <p:nvPr/>
        </p:nvSpPr>
        <p:spPr>
          <a:xfrm>
            <a:off x="0" y="5511143"/>
            <a:ext cx="1071562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Iniciem algum servidor web em uma porta do host</a:t>
            </a:r>
            <a:endParaRPr lang="pt-BR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498D69E6-39BF-7C5A-F2A9-8E7799C9283A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9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EB0D-89F3-372D-1A45-EE82AC4E0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D65482F-7DC8-ABDD-98D6-DC8FF6451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C87C0A-0427-6B76-7562-0B2C72A4D337}"/>
              </a:ext>
            </a:extLst>
          </p:cNvPr>
          <p:cNvSpPr txBox="1"/>
          <p:nvPr/>
        </p:nvSpPr>
        <p:spPr>
          <a:xfrm>
            <a:off x="0" y="1772196"/>
            <a:ext cx="1048569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Pares chave-valor que os processos dentro do container podem acessar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Essas variáveis estão descritas na documentação do repositório da imagem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Definidas no momento em que você inicia um container utilizando a flag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-e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20ED59F-B40E-6238-CD99-9A5D7FD23564}"/>
              </a:ext>
            </a:extLst>
          </p:cNvPr>
          <p:cNvSpPr txBox="1">
            <a:spLocks/>
          </p:cNvSpPr>
          <p:nvPr/>
        </p:nvSpPr>
        <p:spPr>
          <a:xfrm>
            <a:off x="727249" y="1176289"/>
            <a:ext cx="3015809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Variáveis de Ambiente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A6CB99-2A5B-4C19-041F-8C0231BA0B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52"/>
          <a:stretch>
            <a:fillRect/>
          </a:stretch>
        </p:blipFill>
        <p:spPr>
          <a:xfrm>
            <a:off x="1555336" y="4091652"/>
            <a:ext cx="9081328" cy="333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55E2B4B-2888-902F-44DE-A5C20E6437DA}"/>
              </a:ext>
            </a:extLst>
          </p:cNvPr>
          <p:cNvSpPr txBox="1"/>
          <p:nvPr/>
        </p:nvSpPr>
        <p:spPr>
          <a:xfrm>
            <a:off x="0" y="5004602"/>
            <a:ext cx="1071562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Subam alguma instância de banco de dados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Fazer a atividade de importância do Docker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1590DFD-B472-C3F9-B7B8-AA40440C2767}"/>
              </a:ext>
            </a:extLst>
          </p:cNvPr>
          <p:cNvSpPr txBox="1">
            <a:spLocks/>
          </p:cNvSpPr>
          <p:nvPr/>
        </p:nvSpPr>
        <p:spPr>
          <a:xfrm>
            <a:off x="2835729" y="209913"/>
            <a:ext cx="652054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E Manipulação De Containers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40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818</Words>
  <Application>Microsoft Office PowerPoint</Application>
  <PresentationFormat>Widescreen</PresentationFormat>
  <Paragraphs>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Delegrego</dc:creator>
  <cp:lastModifiedBy>Henrique Delegrego</cp:lastModifiedBy>
  <cp:revision>4</cp:revision>
  <dcterms:created xsi:type="dcterms:W3CDTF">2026-03-29T23:12:05Z</dcterms:created>
  <dcterms:modified xsi:type="dcterms:W3CDTF">2026-06-16T00:02:51Z</dcterms:modified>
</cp:coreProperties>
</file>