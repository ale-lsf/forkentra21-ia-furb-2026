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7F745C-5369-464A-BF93-10EB596212D9}" v="42" dt="2026-06-15T23:56:40.7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5033" autoAdjust="0"/>
  </p:normalViewPr>
  <p:slideViewPr>
    <p:cSldViewPr snapToGrid="0">
      <p:cViewPr varScale="1">
        <p:scale>
          <a:sx n="55" d="100"/>
          <a:sy n="55" d="100"/>
        </p:scale>
        <p:origin x="67" y="6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ique Delegrego" userId="dda1244064eddf32" providerId="LiveId" clId="{CA81531F-D70F-4CDC-8D07-A71328B36680}"/>
    <pc:docChg chg="undo redo custSel addSld delSld modSld">
      <pc:chgData name="Henrique Delegrego" userId="dda1244064eddf32" providerId="LiveId" clId="{CA81531F-D70F-4CDC-8D07-A71328B36680}" dt="2026-06-15T23:56:44.230" v="1044" actId="47"/>
      <pc:docMkLst>
        <pc:docMk/>
      </pc:docMkLst>
      <pc:sldChg chg="addSp modSp mod">
        <pc:chgData name="Henrique Delegrego" userId="dda1244064eddf32" providerId="LiveId" clId="{CA81531F-D70F-4CDC-8D07-A71328B36680}" dt="2026-06-15T23:42:35.763" v="1022" actId="1076"/>
        <pc:sldMkLst>
          <pc:docMk/>
          <pc:sldMk cId="1652101634" sldId="256"/>
        </pc:sldMkLst>
        <pc:spChg chg="mod">
          <ac:chgData name="Henrique Delegrego" userId="dda1244064eddf32" providerId="LiveId" clId="{CA81531F-D70F-4CDC-8D07-A71328B36680}" dt="2026-06-15T23:42:12.804" v="1007" actId="14100"/>
          <ac:spMkLst>
            <pc:docMk/>
            <pc:sldMk cId="1652101634" sldId="256"/>
            <ac:spMk id="4" creationId="{7D71ADB2-39B8-1361-2F98-767788A4A80F}"/>
          </ac:spMkLst>
        </pc:spChg>
        <pc:picChg chg="add mod">
          <ac:chgData name="Henrique Delegrego" userId="dda1244064eddf32" providerId="LiveId" clId="{CA81531F-D70F-4CDC-8D07-A71328B36680}" dt="2026-06-15T23:42:35.763" v="1022" actId="1076"/>
          <ac:picMkLst>
            <pc:docMk/>
            <pc:sldMk cId="1652101634" sldId="256"/>
            <ac:picMk id="2" creationId="{910C844B-ED2C-DE4F-C705-1437872D7CC4}"/>
          </ac:picMkLst>
        </pc:picChg>
        <pc:picChg chg="add mod">
          <ac:chgData name="Henrique Delegrego" userId="dda1244064eddf32" providerId="LiveId" clId="{CA81531F-D70F-4CDC-8D07-A71328B36680}" dt="2026-06-15T23:42:35.763" v="1022" actId="1076"/>
          <ac:picMkLst>
            <pc:docMk/>
            <pc:sldMk cId="1652101634" sldId="256"/>
            <ac:picMk id="3" creationId="{E546A355-B2BD-5455-B280-3CA78DA625F2}"/>
          </ac:picMkLst>
        </pc:picChg>
      </pc:sldChg>
      <pc:sldChg chg="addSp modSp del mod">
        <pc:chgData name="Henrique Delegrego" userId="dda1244064eddf32" providerId="LiveId" clId="{CA81531F-D70F-4CDC-8D07-A71328B36680}" dt="2026-06-15T23:42:19.514" v="1010" actId="47"/>
        <pc:sldMkLst>
          <pc:docMk/>
          <pc:sldMk cId="3649831290" sldId="280"/>
        </pc:sldMkLst>
        <pc:spChg chg="add mod">
          <ac:chgData name="Henrique Delegrego" userId="dda1244064eddf32" providerId="LiveId" clId="{CA81531F-D70F-4CDC-8D07-A71328B36680}" dt="2026-06-15T23:41:33.981" v="1003" actId="20577"/>
          <ac:spMkLst>
            <pc:docMk/>
            <pc:sldMk cId="3649831290" sldId="280"/>
            <ac:spMk id="6" creationId="{64DF8F9B-C3B7-7E5A-22B9-4A52B66E6C6A}"/>
          </ac:spMkLst>
        </pc:spChg>
      </pc:sldChg>
      <pc:sldChg chg="addSp modSp add del">
        <pc:chgData name="Henrique Delegrego" userId="dda1244064eddf32" providerId="LiveId" clId="{CA81531F-D70F-4CDC-8D07-A71328B36680}" dt="2026-06-15T23:40:22.628" v="999" actId="47"/>
        <pc:sldMkLst>
          <pc:docMk/>
          <pc:sldMk cId="906633534" sldId="281"/>
        </pc:sldMkLst>
      </pc:sldChg>
      <pc:sldChg chg="add del">
        <pc:chgData name="Henrique Delegrego" userId="dda1244064eddf32" providerId="LiveId" clId="{CA81531F-D70F-4CDC-8D07-A71328B36680}" dt="2026-06-15T23:42:19.514" v="1010" actId="47"/>
        <pc:sldMkLst>
          <pc:docMk/>
          <pc:sldMk cId="1072959649" sldId="281"/>
        </pc:sldMkLst>
      </pc:sldChg>
      <pc:sldChg chg="addSp modSp add del">
        <pc:chgData name="Henrique Delegrego" userId="dda1244064eddf32" providerId="LiveId" clId="{CA81531F-D70F-4CDC-8D07-A71328B36680}" dt="2026-06-15T23:40:22.628" v="999" actId="47"/>
        <pc:sldMkLst>
          <pc:docMk/>
          <pc:sldMk cId="2327546071" sldId="282"/>
        </pc:sldMkLst>
      </pc:sldChg>
      <pc:sldChg chg="addSp delSp modSp add mod modAnim">
        <pc:chgData name="Henrique Delegrego" userId="dda1244064eddf32" providerId="LiveId" clId="{CA81531F-D70F-4CDC-8D07-A71328B36680}" dt="2026-06-15T23:42:51.650" v="1025"/>
        <pc:sldMkLst>
          <pc:docMk/>
          <pc:sldMk cId="3610242370" sldId="282"/>
        </pc:sldMkLst>
        <pc:spChg chg="add mod">
          <ac:chgData name="Henrique Delegrego" userId="dda1244064eddf32" providerId="LiveId" clId="{CA81531F-D70F-4CDC-8D07-A71328B36680}" dt="2026-06-15T23:42:42.865" v="1023"/>
          <ac:spMkLst>
            <pc:docMk/>
            <pc:sldMk cId="3610242370" sldId="282"/>
            <ac:spMk id="4" creationId="{4F138B53-20BC-3733-2D36-EAD1DB9D43FC}"/>
          </ac:spMkLst>
        </pc:spChg>
        <pc:spChg chg="del">
          <ac:chgData name="Henrique Delegrego" userId="dda1244064eddf32" providerId="LiveId" clId="{CA81531F-D70F-4CDC-8D07-A71328B36680}" dt="2026-06-15T23:42:22.352" v="1011" actId="478"/>
          <ac:spMkLst>
            <pc:docMk/>
            <pc:sldMk cId="3610242370" sldId="282"/>
            <ac:spMk id="5" creationId="{EAA46246-9186-9C64-EE6C-9F29E3ABF8BC}"/>
          </ac:spMkLst>
        </pc:spChg>
        <pc:spChg chg="del">
          <ac:chgData name="Henrique Delegrego" userId="dda1244064eddf32" providerId="LiveId" clId="{CA81531F-D70F-4CDC-8D07-A71328B36680}" dt="2026-06-15T23:42:22.352" v="1011" actId="478"/>
          <ac:spMkLst>
            <pc:docMk/>
            <pc:sldMk cId="3610242370" sldId="282"/>
            <ac:spMk id="6" creationId="{AC24BD0C-07F2-8D8C-701D-E2A14EF7DFB1}"/>
          </ac:spMkLst>
        </pc:spChg>
        <pc:spChg chg="del">
          <ac:chgData name="Henrique Delegrego" userId="dda1244064eddf32" providerId="LiveId" clId="{CA81531F-D70F-4CDC-8D07-A71328B36680}" dt="2026-06-15T23:42:22.352" v="1011" actId="478"/>
          <ac:spMkLst>
            <pc:docMk/>
            <pc:sldMk cId="3610242370" sldId="282"/>
            <ac:spMk id="7" creationId="{9A5F4151-35EB-F304-80DD-8CB3942A5DD6}"/>
          </ac:spMkLst>
        </pc:spChg>
        <pc:spChg chg="add mod">
          <ac:chgData name="Henrique Delegrego" userId="dda1244064eddf32" providerId="LiveId" clId="{CA81531F-D70F-4CDC-8D07-A71328B36680}" dt="2026-06-15T23:42:42.865" v="1023"/>
          <ac:spMkLst>
            <pc:docMk/>
            <pc:sldMk cId="3610242370" sldId="282"/>
            <ac:spMk id="8" creationId="{4B8A76B3-64FD-07FF-0F17-B2AA2BF60598}"/>
          </ac:spMkLst>
        </pc:spChg>
        <pc:spChg chg="add mod">
          <ac:chgData name="Henrique Delegrego" userId="dda1244064eddf32" providerId="LiveId" clId="{CA81531F-D70F-4CDC-8D07-A71328B36680}" dt="2026-06-15T23:42:42.865" v="1023"/>
          <ac:spMkLst>
            <pc:docMk/>
            <pc:sldMk cId="3610242370" sldId="282"/>
            <ac:spMk id="9" creationId="{B32C1BE7-7F69-0801-3A15-684F1A1FB5A9}"/>
          </ac:spMkLst>
        </pc:spChg>
        <pc:spChg chg="add mod">
          <ac:chgData name="Henrique Delegrego" userId="dda1244064eddf32" providerId="LiveId" clId="{CA81531F-D70F-4CDC-8D07-A71328B36680}" dt="2026-06-15T23:42:42.865" v="1023"/>
          <ac:spMkLst>
            <pc:docMk/>
            <pc:sldMk cId="3610242370" sldId="282"/>
            <ac:spMk id="10" creationId="{944CD510-C6A2-4B5C-E68A-8E7D454A77C5}"/>
          </ac:spMkLst>
        </pc:spChg>
        <pc:spChg chg="add mod">
          <ac:chgData name="Henrique Delegrego" userId="dda1244064eddf32" providerId="LiveId" clId="{CA81531F-D70F-4CDC-8D07-A71328B36680}" dt="2026-06-15T23:42:42.865" v="1023"/>
          <ac:spMkLst>
            <pc:docMk/>
            <pc:sldMk cId="3610242370" sldId="282"/>
            <ac:spMk id="11" creationId="{3933DE92-29B9-F5AF-85FB-BE06333CECCB}"/>
          </ac:spMkLst>
        </pc:spChg>
        <pc:spChg chg="add mod">
          <ac:chgData name="Henrique Delegrego" userId="dda1244064eddf32" providerId="LiveId" clId="{CA81531F-D70F-4CDC-8D07-A71328B36680}" dt="2026-06-15T23:42:42.865" v="1023"/>
          <ac:spMkLst>
            <pc:docMk/>
            <pc:sldMk cId="3610242370" sldId="282"/>
            <ac:spMk id="12" creationId="{9B96D561-BB1C-EBA8-36A5-3690A05AE42B}"/>
          </ac:spMkLst>
        </pc:spChg>
        <pc:spChg chg="add mod">
          <ac:chgData name="Henrique Delegrego" userId="dda1244064eddf32" providerId="LiveId" clId="{CA81531F-D70F-4CDC-8D07-A71328B36680}" dt="2026-06-15T23:42:42.865" v="1023"/>
          <ac:spMkLst>
            <pc:docMk/>
            <pc:sldMk cId="3610242370" sldId="282"/>
            <ac:spMk id="13" creationId="{B1DFF8BE-A173-BF4B-5E39-0490E450FB26}"/>
          </ac:spMkLst>
        </pc:spChg>
        <pc:spChg chg="add mod">
          <ac:chgData name="Henrique Delegrego" userId="dda1244064eddf32" providerId="LiveId" clId="{CA81531F-D70F-4CDC-8D07-A71328B36680}" dt="2026-06-15T23:42:42.865" v="1023"/>
          <ac:spMkLst>
            <pc:docMk/>
            <pc:sldMk cId="3610242370" sldId="282"/>
            <ac:spMk id="14" creationId="{F55A8598-42A2-5A1F-74B7-423EF5C436F0}"/>
          </ac:spMkLst>
        </pc:spChg>
        <pc:spChg chg="add mod">
          <ac:chgData name="Henrique Delegrego" userId="dda1244064eddf32" providerId="LiveId" clId="{CA81531F-D70F-4CDC-8D07-A71328B36680}" dt="2026-06-15T23:42:42.865" v="1023"/>
          <ac:spMkLst>
            <pc:docMk/>
            <pc:sldMk cId="3610242370" sldId="282"/>
            <ac:spMk id="15" creationId="{E33AA75B-7BA6-4585-C663-A184A4CE4AB0}"/>
          </ac:spMkLst>
        </pc:spChg>
        <pc:spChg chg="add mod">
          <ac:chgData name="Henrique Delegrego" userId="dda1244064eddf32" providerId="LiveId" clId="{CA81531F-D70F-4CDC-8D07-A71328B36680}" dt="2026-06-15T23:42:42.865" v="1023"/>
          <ac:spMkLst>
            <pc:docMk/>
            <pc:sldMk cId="3610242370" sldId="282"/>
            <ac:spMk id="16" creationId="{D87D3184-EF64-5160-7355-BCFBDB33A9BF}"/>
          </ac:spMkLst>
        </pc:spChg>
        <pc:spChg chg="add mod">
          <ac:chgData name="Henrique Delegrego" userId="dda1244064eddf32" providerId="LiveId" clId="{CA81531F-D70F-4CDC-8D07-A71328B36680}" dt="2026-06-15T23:42:51.650" v="1025"/>
          <ac:spMkLst>
            <pc:docMk/>
            <pc:sldMk cId="3610242370" sldId="282"/>
            <ac:spMk id="21" creationId="{94BA0D37-7F1B-9A48-9358-2D269B028DF1}"/>
          </ac:spMkLst>
        </pc:spChg>
        <pc:spChg chg="add mod">
          <ac:chgData name="Henrique Delegrego" userId="dda1244064eddf32" providerId="LiveId" clId="{CA81531F-D70F-4CDC-8D07-A71328B36680}" dt="2026-06-15T23:42:51.650" v="1025"/>
          <ac:spMkLst>
            <pc:docMk/>
            <pc:sldMk cId="3610242370" sldId="282"/>
            <ac:spMk id="22" creationId="{2AFC6FCE-D7BA-228E-1AAC-30AA6DAB75E0}"/>
          </ac:spMkLst>
        </pc:spChg>
        <pc:spChg chg="add mod">
          <ac:chgData name="Henrique Delegrego" userId="dda1244064eddf32" providerId="LiveId" clId="{CA81531F-D70F-4CDC-8D07-A71328B36680}" dt="2026-06-15T23:42:51.650" v="1025"/>
          <ac:spMkLst>
            <pc:docMk/>
            <pc:sldMk cId="3610242370" sldId="282"/>
            <ac:spMk id="23" creationId="{EC91AAAE-313D-2A5F-4FB2-4BFCFDA8B9B2}"/>
          </ac:spMkLst>
        </pc:spChg>
        <pc:spChg chg="add mod">
          <ac:chgData name="Henrique Delegrego" userId="dda1244064eddf32" providerId="LiveId" clId="{CA81531F-D70F-4CDC-8D07-A71328B36680}" dt="2026-06-15T23:42:51.650" v="1025"/>
          <ac:spMkLst>
            <pc:docMk/>
            <pc:sldMk cId="3610242370" sldId="282"/>
            <ac:spMk id="24" creationId="{2439353C-6C10-7D17-3D31-4423C66361F9}"/>
          </ac:spMkLst>
        </pc:spChg>
        <pc:spChg chg="add mod">
          <ac:chgData name="Henrique Delegrego" userId="dda1244064eddf32" providerId="LiveId" clId="{CA81531F-D70F-4CDC-8D07-A71328B36680}" dt="2026-06-15T23:42:51.650" v="1025"/>
          <ac:spMkLst>
            <pc:docMk/>
            <pc:sldMk cId="3610242370" sldId="282"/>
            <ac:spMk id="25" creationId="{0ACCED4D-058A-6918-CDB7-B391108077AA}"/>
          </ac:spMkLst>
        </pc:spChg>
        <pc:spChg chg="add mod">
          <ac:chgData name="Henrique Delegrego" userId="dda1244064eddf32" providerId="LiveId" clId="{CA81531F-D70F-4CDC-8D07-A71328B36680}" dt="2026-06-15T23:42:51.650" v="1025"/>
          <ac:spMkLst>
            <pc:docMk/>
            <pc:sldMk cId="3610242370" sldId="282"/>
            <ac:spMk id="26" creationId="{64A0BF4D-57F8-DB38-51BF-E4C2AAFC8EE2}"/>
          </ac:spMkLst>
        </pc:spChg>
        <pc:spChg chg="add mod">
          <ac:chgData name="Henrique Delegrego" userId="dda1244064eddf32" providerId="LiveId" clId="{CA81531F-D70F-4CDC-8D07-A71328B36680}" dt="2026-06-15T23:42:51.650" v="1025"/>
          <ac:spMkLst>
            <pc:docMk/>
            <pc:sldMk cId="3610242370" sldId="282"/>
            <ac:spMk id="29" creationId="{D4B5C79B-AED2-2147-6E4A-831F99D3FB59}"/>
          </ac:spMkLst>
        </pc:spChg>
        <pc:spChg chg="add mod">
          <ac:chgData name="Henrique Delegrego" userId="dda1244064eddf32" providerId="LiveId" clId="{CA81531F-D70F-4CDC-8D07-A71328B36680}" dt="2026-06-15T23:42:51.650" v="1025"/>
          <ac:spMkLst>
            <pc:docMk/>
            <pc:sldMk cId="3610242370" sldId="282"/>
            <ac:spMk id="30" creationId="{E647A6C6-42DF-7642-931A-A4A3856A8E62}"/>
          </ac:spMkLst>
        </pc:spChg>
        <pc:spChg chg="add mod">
          <ac:chgData name="Henrique Delegrego" userId="dda1244064eddf32" providerId="LiveId" clId="{CA81531F-D70F-4CDC-8D07-A71328B36680}" dt="2026-06-15T23:42:51.650" v="1025"/>
          <ac:spMkLst>
            <pc:docMk/>
            <pc:sldMk cId="3610242370" sldId="282"/>
            <ac:spMk id="31" creationId="{9A525D78-23A0-E419-00C8-EFB815828C2A}"/>
          </ac:spMkLst>
        </pc:spChg>
        <pc:spChg chg="add mod">
          <ac:chgData name="Henrique Delegrego" userId="dda1244064eddf32" providerId="LiveId" clId="{CA81531F-D70F-4CDC-8D07-A71328B36680}" dt="2026-06-15T23:42:51.650" v="1025"/>
          <ac:spMkLst>
            <pc:docMk/>
            <pc:sldMk cId="3610242370" sldId="282"/>
            <ac:spMk id="32" creationId="{32387C51-D999-93E4-722B-E3A7723D165B}"/>
          </ac:spMkLst>
        </pc:spChg>
      </pc:sldChg>
      <pc:sldChg chg="addSp modSp add del">
        <pc:chgData name="Henrique Delegrego" userId="dda1244064eddf32" providerId="LiveId" clId="{CA81531F-D70F-4CDC-8D07-A71328B36680}" dt="2026-06-15T23:40:22.628" v="999" actId="47"/>
        <pc:sldMkLst>
          <pc:docMk/>
          <pc:sldMk cId="1854190638" sldId="283"/>
        </pc:sldMkLst>
      </pc:sldChg>
      <pc:sldChg chg="addSp modSp add modAnim">
        <pc:chgData name="Henrique Delegrego" userId="dda1244064eddf32" providerId="LiveId" clId="{CA81531F-D70F-4CDC-8D07-A71328B36680}" dt="2026-06-15T23:42:57.781" v="1028"/>
        <pc:sldMkLst>
          <pc:docMk/>
          <pc:sldMk cId="3787286667" sldId="283"/>
        </pc:sldMkLst>
        <pc:spChg chg="add mod">
          <ac:chgData name="Henrique Delegrego" userId="dda1244064eddf32" providerId="LiveId" clId="{CA81531F-D70F-4CDC-8D07-A71328B36680}" dt="2026-06-15T23:42:56.792" v="1026"/>
          <ac:spMkLst>
            <pc:docMk/>
            <pc:sldMk cId="3787286667" sldId="283"/>
            <ac:spMk id="2" creationId="{E49147C8-EFE9-1488-F632-882EA823EDE0}"/>
          </ac:spMkLst>
        </pc:spChg>
        <pc:spChg chg="add mod">
          <ac:chgData name="Henrique Delegrego" userId="dda1244064eddf32" providerId="LiveId" clId="{CA81531F-D70F-4CDC-8D07-A71328B36680}" dt="2026-06-15T23:42:56.792" v="1026"/>
          <ac:spMkLst>
            <pc:docMk/>
            <pc:sldMk cId="3787286667" sldId="283"/>
            <ac:spMk id="3" creationId="{C97FA3B5-EBF3-BAA1-4E92-7B40BE0C19D9}"/>
          </ac:spMkLst>
        </pc:spChg>
        <pc:spChg chg="add mod">
          <ac:chgData name="Henrique Delegrego" userId="dda1244064eddf32" providerId="LiveId" clId="{CA81531F-D70F-4CDC-8D07-A71328B36680}" dt="2026-06-15T23:42:56.792" v="1026"/>
          <ac:spMkLst>
            <pc:docMk/>
            <pc:sldMk cId="3787286667" sldId="283"/>
            <ac:spMk id="4" creationId="{CAD17F45-0719-7C34-D9CD-626FA8679947}"/>
          </ac:spMkLst>
        </pc:spChg>
        <pc:spChg chg="add mod">
          <ac:chgData name="Henrique Delegrego" userId="dda1244064eddf32" providerId="LiveId" clId="{CA81531F-D70F-4CDC-8D07-A71328B36680}" dt="2026-06-15T23:42:56.792" v="1026"/>
          <ac:spMkLst>
            <pc:docMk/>
            <pc:sldMk cId="3787286667" sldId="283"/>
            <ac:spMk id="6" creationId="{400C7E77-9C05-AA8C-3152-EBA8D68AE5B0}"/>
          </ac:spMkLst>
        </pc:spChg>
        <pc:spChg chg="add mod">
          <ac:chgData name="Henrique Delegrego" userId="dda1244064eddf32" providerId="LiveId" clId="{CA81531F-D70F-4CDC-8D07-A71328B36680}" dt="2026-06-15T23:42:57.781" v="1028"/>
          <ac:spMkLst>
            <pc:docMk/>
            <pc:sldMk cId="3787286667" sldId="283"/>
            <ac:spMk id="7" creationId="{E3AD8852-8112-67B4-00B2-630B7900E0EE}"/>
          </ac:spMkLst>
        </pc:spChg>
        <pc:spChg chg="add mod">
          <ac:chgData name="Henrique Delegrego" userId="dda1244064eddf32" providerId="LiveId" clId="{CA81531F-D70F-4CDC-8D07-A71328B36680}" dt="2026-06-15T23:42:57.781" v="1028"/>
          <ac:spMkLst>
            <pc:docMk/>
            <pc:sldMk cId="3787286667" sldId="283"/>
            <ac:spMk id="8" creationId="{47B50436-5D7E-F795-918F-27A78CCCBEB5}"/>
          </ac:spMkLst>
        </pc:spChg>
        <pc:spChg chg="add mod">
          <ac:chgData name="Henrique Delegrego" userId="dda1244064eddf32" providerId="LiveId" clId="{CA81531F-D70F-4CDC-8D07-A71328B36680}" dt="2026-06-15T23:42:57.781" v="1028"/>
          <ac:spMkLst>
            <pc:docMk/>
            <pc:sldMk cId="3787286667" sldId="283"/>
            <ac:spMk id="9" creationId="{C4F5CE92-C00F-2599-CA58-26C2D5B86689}"/>
          </ac:spMkLst>
        </pc:spChg>
        <pc:spChg chg="add mod">
          <ac:chgData name="Henrique Delegrego" userId="dda1244064eddf32" providerId="LiveId" clId="{CA81531F-D70F-4CDC-8D07-A71328B36680}" dt="2026-06-15T23:42:57.781" v="1028"/>
          <ac:spMkLst>
            <pc:docMk/>
            <pc:sldMk cId="3787286667" sldId="283"/>
            <ac:spMk id="11" creationId="{06D9CACB-5ABA-6C99-BCFC-3B2E82955B61}"/>
          </ac:spMkLst>
        </pc:spChg>
        <pc:picChg chg="add mod">
          <ac:chgData name="Henrique Delegrego" userId="dda1244064eddf32" providerId="LiveId" clId="{CA81531F-D70F-4CDC-8D07-A71328B36680}" dt="2026-06-15T23:42:56.792" v="1026"/>
          <ac:picMkLst>
            <pc:docMk/>
            <pc:sldMk cId="3787286667" sldId="283"/>
            <ac:picMk id="5" creationId="{F92177E9-E687-3EAA-3C2C-32B830A0AE86}"/>
          </ac:picMkLst>
        </pc:picChg>
        <pc:picChg chg="add mod">
          <ac:chgData name="Henrique Delegrego" userId="dda1244064eddf32" providerId="LiveId" clId="{CA81531F-D70F-4CDC-8D07-A71328B36680}" dt="2026-06-15T23:42:57.781" v="1028"/>
          <ac:picMkLst>
            <pc:docMk/>
            <pc:sldMk cId="3787286667" sldId="283"/>
            <ac:picMk id="10" creationId="{E2172B54-B629-12F5-F0B1-98F780ADACEF}"/>
          </ac:picMkLst>
        </pc:picChg>
      </pc:sldChg>
      <pc:sldChg chg="addSp modSp add">
        <pc:chgData name="Henrique Delegrego" userId="dda1244064eddf32" providerId="LiveId" clId="{CA81531F-D70F-4CDC-8D07-A71328B36680}" dt="2026-06-15T23:43:01.007" v="1030"/>
        <pc:sldMkLst>
          <pc:docMk/>
          <pc:sldMk cId="1903871264" sldId="284"/>
        </pc:sldMkLst>
        <pc:spChg chg="add mod">
          <ac:chgData name="Henrique Delegrego" userId="dda1244064eddf32" providerId="LiveId" clId="{CA81531F-D70F-4CDC-8D07-A71328B36680}" dt="2026-06-15T23:43:00.103" v="1029"/>
          <ac:spMkLst>
            <pc:docMk/>
            <pc:sldMk cId="1903871264" sldId="284"/>
            <ac:spMk id="6" creationId="{C38C3947-257D-9ACF-29A3-78EEFDE6237E}"/>
          </ac:spMkLst>
        </pc:spChg>
        <pc:spChg chg="add mod">
          <ac:chgData name="Henrique Delegrego" userId="dda1244064eddf32" providerId="LiveId" clId="{CA81531F-D70F-4CDC-8D07-A71328B36680}" dt="2026-06-15T23:43:00.103" v="1029"/>
          <ac:spMkLst>
            <pc:docMk/>
            <pc:sldMk cId="1903871264" sldId="284"/>
            <ac:spMk id="8" creationId="{915D54C7-8E40-505C-01DD-C66ECC82CBDE}"/>
          </ac:spMkLst>
        </pc:spChg>
        <pc:spChg chg="add mod">
          <ac:chgData name="Henrique Delegrego" userId="dda1244064eddf32" providerId="LiveId" clId="{CA81531F-D70F-4CDC-8D07-A71328B36680}" dt="2026-06-15T23:43:00.103" v="1029"/>
          <ac:spMkLst>
            <pc:docMk/>
            <pc:sldMk cId="1903871264" sldId="284"/>
            <ac:spMk id="9" creationId="{144E7EE2-BB24-FFD8-94CE-93D4A7D524E5}"/>
          </ac:spMkLst>
        </pc:spChg>
        <pc:spChg chg="add mod">
          <ac:chgData name="Henrique Delegrego" userId="dda1244064eddf32" providerId="LiveId" clId="{CA81531F-D70F-4CDC-8D07-A71328B36680}" dt="2026-06-15T23:43:01.007" v="1030"/>
          <ac:spMkLst>
            <pc:docMk/>
            <pc:sldMk cId="1903871264" sldId="284"/>
            <ac:spMk id="14" creationId="{1FFC874B-DC1D-473D-BEC1-9E9558FC249C}"/>
          </ac:spMkLst>
        </pc:spChg>
        <pc:spChg chg="add mod">
          <ac:chgData name="Henrique Delegrego" userId="dda1244064eddf32" providerId="LiveId" clId="{CA81531F-D70F-4CDC-8D07-A71328B36680}" dt="2026-06-15T23:43:01.007" v="1030"/>
          <ac:spMkLst>
            <pc:docMk/>
            <pc:sldMk cId="1903871264" sldId="284"/>
            <ac:spMk id="16" creationId="{C4F99CF6-CA1B-BD8C-ACC8-AC437479AB9A}"/>
          </ac:spMkLst>
        </pc:spChg>
        <pc:spChg chg="add mod">
          <ac:chgData name="Henrique Delegrego" userId="dda1244064eddf32" providerId="LiveId" clId="{CA81531F-D70F-4CDC-8D07-A71328B36680}" dt="2026-06-15T23:43:01.007" v="1030"/>
          <ac:spMkLst>
            <pc:docMk/>
            <pc:sldMk cId="1903871264" sldId="284"/>
            <ac:spMk id="17" creationId="{A45A1738-3409-4E1B-54A2-6FA9BFFB579A}"/>
          </ac:spMkLst>
        </pc:spChg>
        <pc:picChg chg="add mod">
          <ac:chgData name="Henrique Delegrego" userId="dda1244064eddf32" providerId="LiveId" clId="{CA81531F-D70F-4CDC-8D07-A71328B36680}" dt="2026-06-15T23:43:00.103" v="1029"/>
          <ac:picMkLst>
            <pc:docMk/>
            <pc:sldMk cId="1903871264" sldId="284"/>
            <ac:picMk id="2" creationId="{46CEBCAD-694E-0D0F-4ECA-AF568D5CDC37}"/>
          </ac:picMkLst>
        </pc:picChg>
        <pc:picChg chg="add mod">
          <ac:chgData name="Henrique Delegrego" userId="dda1244064eddf32" providerId="LiveId" clId="{CA81531F-D70F-4CDC-8D07-A71328B36680}" dt="2026-06-15T23:43:00.103" v="1029"/>
          <ac:picMkLst>
            <pc:docMk/>
            <pc:sldMk cId="1903871264" sldId="284"/>
            <ac:picMk id="3" creationId="{AC5BDF9A-9598-CCB7-5667-6EC5202D47D3}"/>
          </ac:picMkLst>
        </pc:picChg>
        <pc:picChg chg="add mod">
          <ac:chgData name="Henrique Delegrego" userId="dda1244064eddf32" providerId="LiveId" clId="{CA81531F-D70F-4CDC-8D07-A71328B36680}" dt="2026-06-15T23:43:00.103" v="1029"/>
          <ac:picMkLst>
            <pc:docMk/>
            <pc:sldMk cId="1903871264" sldId="284"/>
            <ac:picMk id="4" creationId="{C732D0B5-0DA5-DEC0-4247-222AEE36EE2E}"/>
          </ac:picMkLst>
        </pc:picChg>
        <pc:picChg chg="add mod">
          <ac:chgData name="Henrique Delegrego" userId="dda1244064eddf32" providerId="LiveId" clId="{CA81531F-D70F-4CDC-8D07-A71328B36680}" dt="2026-06-15T23:43:00.103" v="1029"/>
          <ac:picMkLst>
            <pc:docMk/>
            <pc:sldMk cId="1903871264" sldId="284"/>
            <ac:picMk id="5" creationId="{4C092A4C-1071-C837-D619-69DECD2BFDF7}"/>
          </ac:picMkLst>
        </pc:picChg>
        <pc:picChg chg="add mod">
          <ac:chgData name="Henrique Delegrego" userId="dda1244064eddf32" providerId="LiveId" clId="{CA81531F-D70F-4CDC-8D07-A71328B36680}" dt="2026-06-15T23:43:00.103" v="1029"/>
          <ac:picMkLst>
            <pc:docMk/>
            <pc:sldMk cId="1903871264" sldId="284"/>
            <ac:picMk id="7" creationId="{4FDF736D-5A2C-256E-00AA-D6849C0F85EC}"/>
          </ac:picMkLst>
        </pc:picChg>
        <pc:picChg chg="add mod">
          <ac:chgData name="Henrique Delegrego" userId="dda1244064eddf32" providerId="LiveId" clId="{CA81531F-D70F-4CDC-8D07-A71328B36680}" dt="2026-06-15T23:43:01.007" v="1030"/>
          <ac:picMkLst>
            <pc:docMk/>
            <pc:sldMk cId="1903871264" sldId="284"/>
            <ac:picMk id="10" creationId="{23A14B2A-0ECA-570E-05A4-5BDE59E632A6}"/>
          </ac:picMkLst>
        </pc:picChg>
        <pc:picChg chg="add mod">
          <ac:chgData name="Henrique Delegrego" userId="dda1244064eddf32" providerId="LiveId" clId="{CA81531F-D70F-4CDC-8D07-A71328B36680}" dt="2026-06-15T23:43:01.007" v="1030"/>
          <ac:picMkLst>
            <pc:docMk/>
            <pc:sldMk cId="1903871264" sldId="284"/>
            <ac:picMk id="11" creationId="{8942F805-D8C8-A9C2-7534-FFA0684121AD}"/>
          </ac:picMkLst>
        </pc:picChg>
        <pc:picChg chg="add mod">
          <ac:chgData name="Henrique Delegrego" userId="dda1244064eddf32" providerId="LiveId" clId="{CA81531F-D70F-4CDC-8D07-A71328B36680}" dt="2026-06-15T23:43:01.007" v="1030"/>
          <ac:picMkLst>
            <pc:docMk/>
            <pc:sldMk cId="1903871264" sldId="284"/>
            <ac:picMk id="12" creationId="{7061FECB-7432-3F69-75B3-985CB9EB9107}"/>
          </ac:picMkLst>
        </pc:picChg>
        <pc:picChg chg="add mod">
          <ac:chgData name="Henrique Delegrego" userId="dda1244064eddf32" providerId="LiveId" clId="{CA81531F-D70F-4CDC-8D07-A71328B36680}" dt="2026-06-15T23:43:01.007" v="1030"/>
          <ac:picMkLst>
            <pc:docMk/>
            <pc:sldMk cId="1903871264" sldId="284"/>
            <ac:picMk id="13" creationId="{0FF42CCF-005F-C6A8-4EDB-CBA8A84A0784}"/>
          </ac:picMkLst>
        </pc:picChg>
        <pc:picChg chg="add mod">
          <ac:chgData name="Henrique Delegrego" userId="dda1244064eddf32" providerId="LiveId" clId="{CA81531F-D70F-4CDC-8D07-A71328B36680}" dt="2026-06-15T23:43:01.007" v="1030"/>
          <ac:picMkLst>
            <pc:docMk/>
            <pc:sldMk cId="1903871264" sldId="284"/>
            <ac:picMk id="15" creationId="{60B277AF-C263-E183-2AF5-C42D7D175241}"/>
          </ac:picMkLst>
        </pc:picChg>
      </pc:sldChg>
      <pc:sldChg chg="addSp modSp add del">
        <pc:chgData name="Henrique Delegrego" userId="dda1244064eddf32" providerId="LiveId" clId="{CA81531F-D70F-4CDC-8D07-A71328B36680}" dt="2026-06-15T23:40:22.628" v="999" actId="47"/>
        <pc:sldMkLst>
          <pc:docMk/>
          <pc:sldMk cId="3479008276" sldId="284"/>
        </pc:sldMkLst>
      </pc:sldChg>
      <pc:sldChg chg="addSp modSp add del">
        <pc:chgData name="Henrique Delegrego" userId="dda1244064eddf32" providerId="LiveId" clId="{CA81531F-D70F-4CDC-8D07-A71328B36680}" dt="2026-06-15T23:40:22.628" v="999" actId="47"/>
        <pc:sldMkLst>
          <pc:docMk/>
          <pc:sldMk cId="679066471" sldId="285"/>
        </pc:sldMkLst>
      </pc:sldChg>
      <pc:sldChg chg="addSp modSp add">
        <pc:chgData name="Henrique Delegrego" userId="dda1244064eddf32" providerId="LiveId" clId="{CA81531F-D70F-4CDC-8D07-A71328B36680}" dt="2026-06-15T23:56:25.578" v="1032"/>
        <pc:sldMkLst>
          <pc:docMk/>
          <pc:sldMk cId="3585518962" sldId="285"/>
        </pc:sldMkLst>
        <pc:spChg chg="add mod">
          <ac:chgData name="Henrique Delegrego" userId="dda1244064eddf32" providerId="LiveId" clId="{CA81531F-D70F-4CDC-8D07-A71328B36680}" dt="2026-06-15T23:56:24.554" v="1031"/>
          <ac:spMkLst>
            <pc:docMk/>
            <pc:sldMk cId="3585518962" sldId="285"/>
            <ac:spMk id="2" creationId="{02F55C5D-FDB7-44CB-1778-DA4E165B77FD}"/>
          </ac:spMkLst>
        </pc:spChg>
        <pc:spChg chg="add mod">
          <ac:chgData name="Henrique Delegrego" userId="dda1244064eddf32" providerId="LiveId" clId="{CA81531F-D70F-4CDC-8D07-A71328B36680}" dt="2026-06-15T23:56:24.554" v="1031"/>
          <ac:spMkLst>
            <pc:docMk/>
            <pc:sldMk cId="3585518962" sldId="285"/>
            <ac:spMk id="5" creationId="{E0C41064-55D2-9642-87D4-09F7286C9942}"/>
          </ac:spMkLst>
        </pc:spChg>
        <pc:spChg chg="add mod">
          <ac:chgData name="Henrique Delegrego" userId="dda1244064eddf32" providerId="LiveId" clId="{CA81531F-D70F-4CDC-8D07-A71328B36680}" dt="2026-06-15T23:56:24.554" v="1031"/>
          <ac:spMkLst>
            <pc:docMk/>
            <pc:sldMk cId="3585518962" sldId="285"/>
            <ac:spMk id="6" creationId="{6B5EA7A9-7D68-595B-F1A1-8FA2F7249424}"/>
          </ac:spMkLst>
        </pc:spChg>
        <pc:spChg chg="add mod">
          <ac:chgData name="Henrique Delegrego" userId="dda1244064eddf32" providerId="LiveId" clId="{CA81531F-D70F-4CDC-8D07-A71328B36680}" dt="2026-06-15T23:56:25.578" v="1032"/>
          <ac:spMkLst>
            <pc:docMk/>
            <pc:sldMk cId="3585518962" sldId="285"/>
            <ac:spMk id="7" creationId="{775BF4DE-DD92-F8BE-860D-A2C2C180CE9B}"/>
          </ac:spMkLst>
        </pc:spChg>
        <pc:spChg chg="add mod">
          <ac:chgData name="Henrique Delegrego" userId="dda1244064eddf32" providerId="LiveId" clId="{CA81531F-D70F-4CDC-8D07-A71328B36680}" dt="2026-06-15T23:56:25.578" v="1032"/>
          <ac:spMkLst>
            <pc:docMk/>
            <pc:sldMk cId="3585518962" sldId="285"/>
            <ac:spMk id="10" creationId="{DD1AFFB2-AC71-63D5-3145-5B21B3928C30}"/>
          </ac:spMkLst>
        </pc:spChg>
        <pc:spChg chg="add mod">
          <ac:chgData name="Henrique Delegrego" userId="dda1244064eddf32" providerId="LiveId" clId="{CA81531F-D70F-4CDC-8D07-A71328B36680}" dt="2026-06-15T23:56:25.578" v="1032"/>
          <ac:spMkLst>
            <pc:docMk/>
            <pc:sldMk cId="3585518962" sldId="285"/>
            <ac:spMk id="11" creationId="{BDB529E2-0BB8-5F20-D138-EBE2A1EBB7F4}"/>
          </ac:spMkLst>
        </pc:spChg>
        <pc:picChg chg="add mod">
          <ac:chgData name="Henrique Delegrego" userId="dda1244064eddf32" providerId="LiveId" clId="{CA81531F-D70F-4CDC-8D07-A71328B36680}" dt="2026-06-15T23:56:24.554" v="1031"/>
          <ac:picMkLst>
            <pc:docMk/>
            <pc:sldMk cId="3585518962" sldId="285"/>
            <ac:picMk id="3" creationId="{9A386407-A2CF-4D9F-06BB-3E441FAD5B2E}"/>
          </ac:picMkLst>
        </pc:picChg>
        <pc:picChg chg="add mod">
          <ac:chgData name="Henrique Delegrego" userId="dda1244064eddf32" providerId="LiveId" clId="{CA81531F-D70F-4CDC-8D07-A71328B36680}" dt="2026-06-15T23:56:24.554" v="1031"/>
          <ac:picMkLst>
            <pc:docMk/>
            <pc:sldMk cId="3585518962" sldId="285"/>
            <ac:picMk id="4" creationId="{B4E870DB-52D5-3339-02CF-C111DE5BAA0B}"/>
          </ac:picMkLst>
        </pc:picChg>
        <pc:picChg chg="add mod">
          <ac:chgData name="Henrique Delegrego" userId="dda1244064eddf32" providerId="LiveId" clId="{CA81531F-D70F-4CDC-8D07-A71328B36680}" dt="2026-06-15T23:56:25.578" v="1032"/>
          <ac:picMkLst>
            <pc:docMk/>
            <pc:sldMk cId="3585518962" sldId="285"/>
            <ac:picMk id="8" creationId="{EC45CB20-D500-363B-8A35-22FBDB49FBB1}"/>
          </ac:picMkLst>
        </pc:picChg>
        <pc:picChg chg="add mod">
          <ac:chgData name="Henrique Delegrego" userId="dda1244064eddf32" providerId="LiveId" clId="{CA81531F-D70F-4CDC-8D07-A71328B36680}" dt="2026-06-15T23:56:25.578" v="1032"/>
          <ac:picMkLst>
            <pc:docMk/>
            <pc:sldMk cId="3585518962" sldId="285"/>
            <ac:picMk id="9" creationId="{E33D6D25-B7D1-8E20-D6E4-20ACE307FCC2}"/>
          </ac:picMkLst>
        </pc:picChg>
      </pc:sldChg>
      <pc:sldChg chg="addSp modSp add">
        <pc:chgData name="Henrique Delegrego" userId="dda1244064eddf32" providerId="LiveId" clId="{CA81531F-D70F-4CDC-8D07-A71328B36680}" dt="2026-06-15T23:56:28.489" v="1034"/>
        <pc:sldMkLst>
          <pc:docMk/>
          <pc:sldMk cId="1256968646" sldId="286"/>
        </pc:sldMkLst>
        <pc:spChg chg="add mod">
          <ac:chgData name="Henrique Delegrego" userId="dda1244064eddf32" providerId="LiveId" clId="{CA81531F-D70F-4CDC-8D07-A71328B36680}" dt="2026-06-15T23:56:27.807" v="1033"/>
          <ac:spMkLst>
            <pc:docMk/>
            <pc:sldMk cId="1256968646" sldId="286"/>
            <ac:spMk id="2" creationId="{0AED0734-9757-7E0E-6A86-00C01B4B2C80}"/>
          </ac:spMkLst>
        </pc:spChg>
        <pc:spChg chg="add mod">
          <ac:chgData name="Henrique Delegrego" userId="dda1244064eddf32" providerId="LiveId" clId="{CA81531F-D70F-4CDC-8D07-A71328B36680}" dt="2026-06-15T23:56:27.807" v="1033"/>
          <ac:spMkLst>
            <pc:docMk/>
            <pc:sldMk cId="1256968646" sldId="286"/>
            <ac:spMk id="5" creationId="{4FEF4CAF-697D-1418-58D0-2AD7F9409B8B}"/>
          </ac:spMkLst>
        </pc:spChg>
        <pc:spChg chg="add mod">
          <ac:chgData name="Henrique Delegrego" userId="dda1244064eddf32" providerId="LiveId" clId="{CA81531F-D70F-4CDC-8D07-A71328B36680}" dt="2026-06-15T23:56:27.807" v="1033"/>
          <ac:spMkLst>
            <pc:docMk/>
            <pc:sldMk cId="1256968646" sldId="286"/>
            <ac:spMk id="6" creationId="{2625B389-9400-ECD4-8854-F6405DF7041D}"/>
          </ac:spMkLst>
        </pc:spChg>
        <pc:spChg chg="add mod">
          <ac:chgData name="Henrique Delegrego" userId="dda1244064eddf32" providerId="LiveId" clId="{CA81531F-D70F-4CDC-8D07-A71328B36680}" dt="2026-06-15T23:56:28.489" v="1034"/>
          <ac:spMkLst>
            <pc:docMk/>
            <pc:sldMk cId="1256968646" sldId="286"/>
            <ac:spMk id="7" creationId="{B8A696F6-878D-2744-833C-FE611D14DB14}"/>
          </ac:spMkLst>
        </pc:spChg>
        <pc:spChg chg="add mod">
          <ac:chgData name="Henrique Delegrego" userId="dda1244064eddf32" providerId="LiveId" clId="{CA81531F-D70F-4CDC-8D07-A71328B36680}" dt="2026-06-15T23:56:28.489" v="1034"/>
          <ac:spMkLst>
            <pc:docMk/>
            <pc:sldMk cId="1256968646" sldId="286"/>
            <ac:spMk id="10" creationId="{BDF4EE00-CB03-3865-B33D-6C2372837119}"/>
          </ac:spMkLst>
        </pc:spChg>
        <pc:spChg chg="add mod">
          <ac:chgData name="Henrique Delegrego" userId="dda1244064eddf32" providerId="LiveId" clId="{CA81531F-D70F-4CDC-8D07-A71328B36680}" dt="2026-06-15T23:56:28.489" v="1034"/>
          <ac:spMkLst>
            <pc:docMk/>
            <pc:sldMk cId="1256968646" sldId="286"/>
            <ac:spMk id="11" creationId="{C2CBCAFC-1EB2-D0B3-4A1F-2A478A66F1E9}"/>
          </ac:spMkLst>
        </pc:spChg>
        <pc:picChg chg="add mod">
          <ac:chgData name="Henrique Delegrego" userId="dda1244064eddf32" providerId="LiveId" clId="{CA81531F-D70F-4CDC-8D07-A71328B36680}" dt="2026-06-15T23:56:27.807" v="1033"/>
          <ac:picMkLst>
            <pc:docMk/>
            <pc:sldMk cId="1256968646" sldId="286"/>
            <ac:picMk id="3" creationId="{C65BC90A-9069-C56B-FBD4-11CA0955912C}"/>
          </ac:picMkLst>
        </pc:picChg>
        <pc:picChg chg="add mod">
          <ac:chgData name="Henrique Delegrego" userId="dda1244064eddf32" providerId="LiveId" clId="{CA81531F-D70F-4CDC-8D07-A71328B36680}" dt="2026-06-15T23:56:27.807" v="1033"/>
          <ac:picMkLst>
            <pc:docMk/>
            <pc:sldMk cId="1256968646" sldId="286"/>
            <ac:picMk id="4" creationId="{0A4C657C-D97D-91F0-1745-4D131C829E6F}"/>
          </ac:picMkLst>
        </pc:picChg>
        <pc:picChg chg="add mod">
          <ac:chgData name="Henrique Delegrego" userId="dda1244064eddf32" providerId="LiveId" clId="{CA81531F-D70F-4CDC-8D07-A71328B36680}" dt="2026-06-15T23:56:28.489" v="1034"/>
          <ac:picMkLst>
            <pc:docMk/>
            <pc:sldMk cId="1256968646" sldId="286"/>
            <ac:picMk id="8" creationId="{3112EE08-7DC9-B9B9-8A35-2C19D13A6E11}"/>
          </ac:picMkLst>
        </pc:picChg>
        <pc:picChg chg="add mod">
          <ac:chgData name="Henrique Delegrego" userId="dda1244064eddf32" providerId="LiveId" clId="{CA81531F-D70F-4CDC-8D07-A71328B36680}" dt="2026-06-15T23:56:28.489" v="1034"/>
          <ac:picMkLst>
            <pc:docMk/>
            <pc:sldMk cId="1256968646" sldId="286"/>
            <ac:picMk id="9" creationId="{A5F4AD4A-A2C5-935E-3EA3-9AECFB440235}"/>
          </ac:picMkLst>
        </pc:picChg>
      </pc:sldChg>
      <pc:sldChg chg="addSp modSp add del">
        <pc:chgData name="Henrique Delegrego" userId="dda1244064eddf32" providerId="LiveId" clId="{CA81531F-D70F-4CDC-8D07-A71328B36680}" dt="2026-06-15T23:40:22.628" v="999" actId="47"/>
        <pc:sldMkLst>
          <pc:docMk/>
          <pc:sldMk cId="4068972968" sldId="286"/>
        </pc:sldMkLst>
      </pc:sldChg>
      <pc:sldChg chg="addSp modSp add">
        <pc:chgData name="Henrique Delegrego" userId="dda1244064eddf32" providerId="LiveId" clId="{CA81531F-D70F-4CDC-8D07-A71328B36680}" dt="2026-06-15T23:56:31.554" v="1036"/>
        <pc:sldMkLst>
          <pc:docMk/>
          <pc:sldMk cId="968418741" sldId="287"/>
        </pc:sldMkLst>
        <pc:spChg chg="add mod">
          <ac:chgData name="Henrique Delegrego" userId="dda1244064eddf32" providerId="LiveId" clId="{CA81531F-D70F-4CDC-8D07-A71328B36680}" dt="2026-06-15T23:56:30.700" v="1035"/>
          <ac:spMkLst>
            <pc:docMk/>
            <pc:sldMk cId="968418741" sldId="287"/>
            <ac:spMk id="2" creationId="{7A8F3DCF-4622-2998-0C5C-1287B8A0296F}"/>
          </ac:spMkLst>
        </pc:spChg>
        <pc:spChg chg="add mod">
          <ac:chgData name="Henrique Delegrego" userId="dda1244064eddf32" providerId="LiveId" clId="{CA81531F-D70F-4CDC-8D07-A71328B36680}" dt="2026-06-15T23:56:30.700" v="1035"/>
          <ac:spMkLst>
            <pc:docMk/>
            <pc:sldMk cId="968418741" sldId="287"/>
            <ac:spMk id="4" creationId="{4C372E70-471A-5CBE-0504-2B6008918064}"/>
          </ac:spMkLst>
        </pc:spChg>
        <pc:spChg chg="add mod">
          <ac:chgData name="Henrique Delegrego" userId="dda1244064eddf32" providerId="LiveId" clId="{CA81531F-D70F-4CDC-8D07-A71328B36680}" dt="2026-06-15T23:56:30.700" v="1035"/>
          <ac:spMkLst>
            <pc:docMk/>
            <pc:sldMk cId="968418741" sldId="287"/>
            <ac:spMk id="5" creationId="{AD024538-D410-5474-60EA-27DA337A66AE}"/>
          </ac:spMkLst>
        </pc:spChg>
        <pc:spChg chg="add mod">
          <ac:chgData name="Henrique Delegrego" userId="dda1244064eddf32" providerId="LiveId" clId="{CA81531F-D70F-4CDC-8D07-A71328B36680}" dt="2026-06-15T23:56:31.554" v="1036"/>
          <ac:spMkLst>
            <pc:docMk/>
            <pc:sldMk cId="968418741" sldId="287"/>
            <ac:spMk id="6" creationId="{9B5DFDE2-E8CA-A661-3F9E-FAE69AFEFD07}"/>
          </ac:spMkLst>
        </pc:spChg>
        <pc:spChg chg="add mod">
          <ac:chgData name="Henrique Delegrego" userId="dda1244064eddf32" providerId="LiveId" clId="{CA81531F-D70F-4CDC-8D07-A71328B36680}" dt="2026-06-15T23:56:31.554" v="1036"/>
          <ac:spMkLst>
            <pc:docMk/>
            <pc:sldMk cId="968418741" sldId="287"/>
            <ac:spMk id="8" creationId="{EB56206D-2102-359F-9A6F-F0552C40666B}"/>
          </ac:spMkLst>
        </pc:spChg>
        <pc:spChg chg="add mod">
          <ac:chgData name="Henrique Delegrego" userId="dda1244064eddf32" providerId="LiveId" clId="{CA81531F-D70F-4CDC-8D07-A71328B36680}" dt="2026-06-15T23:56:31.554" v="1036"/>
          <ac:spMkLst>
            <pc:docMk/>
            <pc:sldMk cId="968418741" sldId="287"/>
            <ac:spMk id="9" creationId="{6F837BAE-546C-D965-BB91-A6FF597D09B2}"/>
          </ac:spMkLst>
        </pc:spChg>
        <pc:picChg chg="add mod">
          <ac:chgData name="Henrique Delegrego" userId="dda1244064eddf32" providerId="LiveId" clId="{CA81531F-D70F-4CDC-8D07-A71328B36680}" dt="2026-06-15T23:56:30.700" v="1035"/>
          <ac:picMkLst>
            <pc:docMk/>
            <pc:sldMk cId="968418741" sldId="287"/>
            <ac:picMk id="3" creationId="{44F652C5-A43C-112D-C32A-CD3C3101BE4B}"/>
          </ac:picMkLst>
        </pc:picChg>
        <pc:picChg chg="add mod">
          <ac:chgData name="Henrique Delegrego" userId="dda1244064eddf32" providerId="LiveId" clId="{CA81531F-D70F-4CDC-8D07-A71328B36680}" dt="2026-06-15T23:56:31.554" v="1036"/>
          <ac:picMkLst>
            <pc:docMk/>
            <pc:sldMk cId="968418741" sldId="287"/>
            <ac:picMk id="7" creationId="{8A219417-4FA0-17C8-1346-129697DE4B63}"/>
          </ac:picMkLst>
        </pc:picChg>
      </pc:sldChg>
      <pc:sldChg chg="addSp modSp add del">
        <pc:chgData name="Henrique Delegrego" userId="dda1244064eddf32" providerId="LiveId" clId="{CA81531F-D70F-4CDC-8D07-A71328B36680}" dt="2026-06-15T23:40:22.628" v="999" actId="47"/>
        <pc:sldMkLst>
          <pc:docMk/>
          <pc:sldMk cId="2542792471" sldId="287"/>
        </pc:sldMkLst>
      </pc:sldChg>
      <pc:sldChg chg="addSp modSp add del">
        <pc:chgData name="Henrique Delegrego" userId="dda1244064eddf32" providerId="LiveId" clId="{CA81531F-D70F-4CDC-8D07-A71328B36680}" dt="2026-06-15T23:40:22.628" v="999" actId="47"/>
        <pc:sldMkLst>
          <pc:docMk/>
          <pc:sldMk cId="514926571" sldId="288"/>
        </pc:sldMkLst>
      </pc:sldChg>
      <pc:sldChg chg="addSp modSp add">
        <pc:chgData name="Henrique Delegrego" userId="dda1244064eddf32" providerId="LiveId" clId="{CA81531F-D70F-4CDC-8D07-A71328B36680}" dt="2026-06-15T23:56:34.393" v="1038"/>
        <pc:sldMkLst>
          <pc:docMk/>
          <pc:sldMk cId="3554070171" sldId="288"/>
        </pc:sldMkLst>
        <pc:spChg chg="add mod">
          <ac:chgData name="Henrique Delegrego" userId="dda1244064eddf32" providerId="LiveId" clId="{CA81531F-D70F-4CDC-8D07-A71328B36680}" dt="2026-06-15T23:56:33.534" v="1037"/>
          <ac:spMkLst>
            <pc:docMk/>
            <pc:sldMk cId="3554070171" sldId="288"/>
            <ac:spMk id="2" creationId="{8CED45BD-E732-6730-3565-42CF0D2F4CF0}"/>
          </ac:spMkLst>
        </pc:spChg>
        <pc:spChg chg="add mod">
          <ac:chgData name="Henrique Delegrego" userId="dda1244064eddf32" providerId="LiveId" clId="{CA81531F-D70F-4CDC-8D07-A71328B36680}" dt="2026-06-15T23:56:33.534" v="1037"/>
          <ac:spMkLst>
            <pc:docMk/>
            <pc:sldMk cId="3554070171" sldId="288"/>
            <ac:spMk id="3" creationId="{7C486B29-8008-7C70-C177-62412EDEFC1C}"/>
          </ac:spMkLst>
        </pc:spChg>
        <pc:spChg chg="add mod">
          <ac:chgData name="Henrique Delegrego" userId="dda1244064eddf32" providerId="LiveId" clId="{CA81531F-D70F-4CDC-8D07-A71328B36680}" dt="2026-06-15T23:56:33.534" v="1037"/>
          <ac:spMkLst>
            <pc:docMk/>
            <pc:sldMk cId="3554070171" sldId="288"/>
            <ac:spMk id="4" creationId="{E504BD36-1D64-280D-5216-EA085475B9F9}"/>
          </ac:spMkLst>
        </pc:spChg>
        <pc:spChg chg="add mod">
          <ac:chgData name="Henrique Delegrego" userId="dda1244064eddf32" providerId="LiveId" clId="{CA81531F-D70F-4CDC-8D07-A71328B36680}" dt="2026-06-15T23:56:34.393" v="1038"/>
          <ac:spMkLst>
            <pc:docMk/>
            <pc:sldMk cId="3554070171" sldId="288"/>
            <ac:spMk id="5" creationId="{20851323-8002-A75A-6BEA-4ED889BCA219}"/>
          </ac:spMkLst>
        </pc:spChg>
        <pc:spChg chg="add mod">
          <ac:chgData name="Henrique Delegrego" userId="dda1244064eddf32" providerId="LiveId" clId="{CA81531F-D70F-4CDC-8D07-A71328B36680}" dt="2026-06-15T23:56:34.393" v="1038"/>
          <ac:spMkLst>
            <pc:docMk/>
            <pc:sldMk cId="3554070171" sldId="288"/>
            <ac:spMk id="6" creationId="{3B5A8502-B30E-07ED-892A-453157F3F1C2}"/>
          </ac:spMkLst>
        </pc:spChg>
        <pc:spChg chg="add mod">
          <ac:chgData name="Henrique Delegrego" userId="dda1244064eddf32" providerId="LiveId" clId="{CA81531F-D70F-4CDC-8D07-A71328B36680}" dt="2026-06-15T23:56:34.393" v="1038"/>
          <ac:spMkLst>
            <pc:docMk/>
            <pc:sldMk cId="3554070171" sldId="288"/>
            <ac:spMk id="7" creationId="{82158EF2-ED0B-935B-887A-5423438FD9F0}"/>
          </ac:spMkLst>
        </pc:spChg>
      </pc:sldChg>
      <pc:sldChg chg="addSp modSp add del">
        <pc:chgData name="Henrique Delegrego" userId="dda1244064eddf32" providerId="LiveId" clId="{CA81531F-D70F-4CDC-8D07-A71328B36680}" dt="2026-06-15T23:40:22.628" v="999" actId="47"/>
        <pc:sldMkLst>
          <pc:docMk/>
          <pc:sldMk cId="3079872250" sldId="289"/>
        </pc:sldMkLst>
      </pc:sldChg>
      <pc:sldChg chg="addSp modSp add">
        <pc:chgData name="Henrique Delegrego" userId="dda1244064eddf32" providerId="LiveId" clId="{CA81531F-D70F-4CDC-8D07-A71328B36680}" dt="2026-06-15T23:56:37.569" v="1040"/>
        <pc:sldMkLst>
          <pc:docMk/>
          <pc:sldMk cId="3889739950" sldId="289"/>
        </pc:sldMkLst>
        <pc:spChg chg="add mod">
          <ac:chgData name="Henrique Delegrego" userId="dda1244064eddf32" providerId="LiveId" clId="{CA81531F-D70F-4CDC-8D07-A71328B36680}" dt="2026-06-15T23:56:36.644" v="1039"/>
          <ac:spMkLst>
            <pc:docMk/>
            <pc:sldMk cId="3889739950" sldId="289"/>
            <ac:spMk id="2" creationId="{D2C7EF5A-48C3-7E8F-9F63-4C34389584AB}"/>
          </ac:spMkLst>
        </pc:spChg>
        <pc:spChg chg="add mod">
          <ac:chgData name="Henrique Delegrego" userId="dda1244064eddf32" providerId="LiveId" clId="{CA81531F-D70F-4CDC-8D07-A71328B36680}" dt="2026-06-15T23:56:36.644" v="1039"/>
          <ac:spMkLst>
            <pc:docMk/>
            <pc:sldMk cId="3889739950" sldId="289"/>
            <ac:spMk id="3" creationId="{E800BCA3-618B-1697-0C57-7C88563C70C4}"/>
          </ac:spMkLst>
        </pc:spChg>
        <pc:spChg chg="add mod">
          <ac:chgData name="Henrique Delegrego" userId="dda1244064eddf32" providerId="LiveId" clId="{CA81531F-D70F-4CDC-8D07-A71328B36680}" dt="2026-06-15T23:56:36.644" v="1039"/>
          <ac:spMkLst>
            <pc:docMk/>
            <pc:sldMk cId="3889739950" sldId="289"/>
            <ac:spMk id="4" creationId="{2B52F7A8-831E-6FF3-23D6-0F2A8DE685D5}"/>
          </ac:spMkLst>
        </pc:spChg>
        <pc:spChg chg="add mod">
          <ac:chgData name="Henrique Delegrego" userId="dda1244064eddf32" providerId="LiveId" clId="{CA81531F-D70F-4CDC-8D07-A71328B36680}" dt="2026-06-15T23:56:37.569" v="1040"/>
          <ac:spMkLst>
            <pc:docMk/>
            <pc:sldMk cId="3889739950" sldId="289"/>
            <ac:spMk id="6" creationId="{909F0A1D-E2F5-5AA9-19A2-54B0081DFB9C}"/>
          </ac:spMkLst>
        </pc:spChg>
        <pc:spChg chg="add mod">
          <ac:chgData name="Henrique Delegrego" userId="dda1244064eddf32" providerId="LiveId" clId="{CA81531F-D70F-4CDC-8D07-A71328B36680}" dt="2026-06-15T23:56:37.569" v="1040"/>
          <ac:spMkLst>
            <pc:docMk/>
            <pc:sldMk cId="3889739950" sldId="289"/>
            <ac:spMk id="7" creationId="{4B8E02EC-5301-C500-AB38-227A74D4FD9E}"/>
          </ac:spMkLst>
        </pc:spChg>
        <pc:spChg chg="add mod">
          <ac:chgData name="Henrique Delegrego" userId="dda1244064eddf32" providerId="LiveId" clId="{CA81531F-D70F-4CDC-8D07-A71328B36680}" dt="2026-06-15T23:56:37.569" v="1040"/>
          <ac:spMkLst>
            <pc:docMk/>
            <pc:sldMk cId="3889739950" sldId="289"/>
            <ac:spMk id="8" creationId="{3EAA3595-7B5E-A543-FE86-9F4B40D2261C}"/>
          </ac:spMkLst>
        </pc:spChg>
        <pc:picChg chg="add mod">
          <ac:chgData name="Henrique Delegrego" userId="dda1244064eddf32" providerId="LiveId" clId="{CA81531F-D70F-4CDC-8D07-A71328B36680}" dt="2026-06-15T23:56:36.644" v="1039"/>
          <ac:picMkLst>
            <pc:docMk/>
            <pc:sldMk cId="3889739950" sldId="289"/>
            <ac:picMk id="5" creationId="{1E7C932B-37F4-A81B-6C23-8D28182C4DC1}"/>
          </ac:picMkLst>
        </pc:picChg>
        <pc:picChg chg="add mod">
          <ac:chgData name="Henrique Delegrego" userId="dda1244064eddf32" providerId="LiveId" clId="{CA81531F-D70F-4CDC-8D07-A71328B36680}" dt="2026-06-15T23:56:37.569" v="1040"/>
          <ac:picMkLst>
            <pc:docMk/>
            <pc:sldMk cId="3889739950" sldId="289"/>
            <ac:picMk id="9" creationId="{861EC1B6-180C-D8F6-7D2F-F53E59A2D25D}"/>
          </ac:picMkLst>
        </pc:picChg>
      </pc:sldChg>
      <pc:sldChg chg="addSp modSp add modAnim">
        <pc:chgData name="Henrique Delegrego" userId="dda1244064eddf32" providerId="LiveId" clId="{CA81531F-D70F-4CDC-8D07-A71328B36680}" dt="2026-06-15T23:56:40.740" v="1043"/>
        <pc:sldMkLst>
          <pc:docMk/>
          <pc:sldMk cId="1082556068" sldId="290"/>
        </pc:sldMkLst>
        <pc:spChg chg="add mod">
          <ac:chgData name="Henrique Delegrego" userId="dda1244064eddf32" providerId="LiveId" clId="{CA81531F-D70F-4CDC-8D07-A71328B36680}" dt="2026-06-15T23:56:39.908" v="1041"/>
          <ac:spMkLst>
            <pc:docMk/>
            <pc:sldMk cId="1082556068" sldId="290"/>
            <ac:spMk id="3" creationId="{6D858819-554D-6E01-906E-3B60ADF41D04}"/>
          </ac:spMkLst>
        </pc:spChg>
        <pc:spChg chg="add mod">
          <ac:chgData name="Henrique Delegrego" userId="dda1244064eddf32" providerId="LiveId" clId="{CA81531F-D70F-4CDC-8D07-A71328B36680}" dt="2026-06-15T23:56:39.908" v="1041"/>
          <ac:spMkLst>
            <pc:docMk/>
            <pc:sldMk cId="1082556068" sldId="290"/>
            <ac:spMk id="4" creationId="{88DA8A7E-A7C3-070D-0A86-64D03B94511B}"/>
          </ac:spMkLst>
        </pc:spChg>
        <pc:spChg chg="add mod">
          <ac:chgData name="Henrique Delegrego" userId="dda1244064eddf32" providerId="LiveId" clId="{CA81531F-D70F-4CDC-8D07-A71328B36680}" dt="2026-06-15T23:56:39.908" v="1041"/>
          <ac:spMkLst>
            <pc:docMk/>
            <pc:sldMk cId="1082556068" sldId="290"/>
            <ac:spMk id="5" creationId="{DA8F8FF3-7790-F802-BBA5-D66399F9A31C}"/>
          </ac:spMkLst>
        </pc:spChg>
        <pc:spChg chg="add mod">
          <ac:chgData name="Henrique Delegrego" userId="dda1244064eddf32" providerId="LiveId" clId="{CA81531F-D70F-4CDC-8D07-A71328B36680}" dt="2026-06-15T23:56:39.908" v="1041"/>
          <ac:spMkLst>
            <pc:docMk/>
            <pc:sldMk cId="1082556068" sldId="290"/>
            <ac:spMk id="6" creationId="{EF7FF38F-B3A8-8FBA-D713-B9CEE0DAA530}"/>
          </ac:spMkLst>
        </pc:spChg>
        <pc:spChg chg="add mod">
          <ac:chgData name="Henrique Delegrego" userId="dda1244064eddf32" providerId="LiveId" clId="{CA81531F-D70F-4CDC-8D07-A71328B36680}" dt="2026-06-15T23:56:40.740" v="1043"/>
          <ac:spMkLst>
            <pc:docMk/>
            <pc:sldMk cId="1082556068" sldId="290"/>
            <ac:spMk id="8" creationId="{4277A189-2C86-3F44-2177-4C534A33A3FC}"/>
          </ac:spMkLst>
        </pc:spChg>
        <pc:spChg chg="add mod">
          <ac:chgData name="Henrique Delegrego" userId="dda1244064eddf32" providerId="LiveId" clId="{CA81531F-D70F-4CDC-8D07-A71328B36680}" dt="2026-06-15T23:56:40.740" v="1043"/>
          <ac:spMkLst>
            <pc:docMk/>
            <pc:sldMk cId="1082556068" sldId="290"/>
            <ac:spMk id="9" creationId="{F401B52A-CD45-DF67-D898-CE62B7CA2014}"/>
          </ac:spMkLst>
        </pc:spChg>
        <pc:spChg chg="add mod">
          <ac:chgData name="Henrique Delegrego" userId="dda1244064eddf32" providerId="LiveId" clId="{CA81531F-D70F-4CDC-8D07-A71328B36680}" dt="2026-06-15T23:56:40.740" v="1043"/>
          <ac:spMkLst>
            <pc:docMk/>
            <pc:sldMk cId="1082556068" sldId="290"/>
            <ac:spMk id="10" creationId="{16C607FA-FF13-9321-00A9-00977BFE4E5D}"/>
          </ac:spMkLst>
        </pc:spChg>
        <pc:spChg chg="add mod">
          <ac:chgData name="Henrique Delegrego" userId="dda1244064eddf32" providerId="LiveId" clId="{CA81531F-D70F-4CDC-8D07-A71328B36680}" dt="2026-06-15T23:56:40.740" v="1043"/>
          <ac:spMkLst>
            <pc:docMk/>
            <pc:sldMk cId="1082556068" sldId="290"/>
            <ac:spMk id="11" creationId="{059EBA1A-2C38-F742-BDAA-8081C8CE9C66}"/>
          </ac:spMkLst>
        </pc:spChg>
        <pc:picChg chg="add mod">
          <ac:chgData name="Henrique Delegrego" userId="dda1244064eddf32" providerId="LiveId" clId="{CA81531F-D70F-4CDC-8D07-A71328B36680}" dt="2026-06-15T23:56:39.908" v="1041"/>
          <ac:picMkLst>
            <pc:docMk/>
            <pc:sldMk cId="1082556068" sldId="290"/>
            <ac:picMk id="2" creationId="{D77C8F0A-5E27-F9B0-639C-B6DE864C0B72}"/>
          </ac:picMkLst>
        </pc:picChg>
        <pc:picChg chg="add mod">
          <ac:chgData name="Henrique Delegrego" userId="dda1244064eddf32" providerId="LiveId" clId="{CA81531F-D70F-4CDC-8D07-A71328B36680}" dt="2026-06-15T23:56:40.740" v="1043"/>
          <ac:picMkLst>
            <pc:docMk/>
            <pc:sldMk cId="1082556068" sldId="290"/>
            <ac:picMk id="7" creationId="{D1792B3B-E43E-5CCA-2D06-2954E9880E3A}"/>
          </ac:picMkLst>
        </pc:picChg>
      </pc:sldChg>
      <pc:sldChg chg="addSp modSp add del mod">
        <pc:chgData name="Henrique Delegrego" userId="dda1244064eddf32" providerId="LiveId" clId="{CA81531F-D70F-4CDC-8D07-A71328B36680}" dt="2026-06-15T23:40:22.628" v="999" actId="47"/>
        <pc:sldMkLst>
          <pc:docMk/>
          <pc:sldMk cId="3063176239" sldId="290"/>
        </pc:sldMkLst>
      </pc:sldChg>
      <pc:sldChg chg="addSp modSp add del mod">
        <pc:chgData name="Henrique Delegrego" userId="dda1244064eddf32" providerId="LiveId" clId="{CA81531F-D70F-4CDC-8D07-A71328B36680}" dt="2026-06-15T23:40:22.628" v="999" actId="47"/>
        <pc:sldMkLst>
          <pc:docMk/>
          <pc:sldMk cId="638180334" sldId="291"/>
        </pc:sldMkLst>
      </pc:sldChg>
      <pc:sldChg chg="add del">
        <pc:chgData name="Henrique Delegrego" userId="dda1244064eddf32" providerId="LiveId" clId="{CA81531F-D70F-4CDC-8D07-A71328B36680}" dt="2026-06-15T23:56:44.230" v="1044" actId="47"/>
        <pc:sldMkLst>
          <pc:docMk/>
          <pc:sldMk cId="2947606965" sldId="291"/>
        </pc:sldMkLst>
      </pc:sldChg>
      <pc:sldChg chg="addSp modSp add del mod">
        <pc:chgData name="Henrique Delegrego" userId="dda1244064eddf32" providerId="LiveId" clId="{CA81531F-D70F-4CDC-8D07-A71328B36680}" dt="2026-06-15T23:40:22.628" v="999" actId="47"/>
        <pc:sldMkLst>
          <pc:docMk/>
          <pc:sldMk cId="3295434585" sldId="292"/>
        </pc:sldMkLst>
      </pc:sldChg>
      <pc:sldChg chg="addSp modSp add del">
        <pc:chgData name="Henrique Delegrego" userId="dda1244064eddf32" providerId="LiveId" clId="{CA81531F-D70F-4CDC-8D07-A71328B36680}" dt="2026-06-15T23:40:22.628" v="999" actId="47"/>
        <pc:sldMkLst>
          <pc:docMk/>
          <pc:sldMk cId="3174003792" sldId="293"/>
        </pc:sldMkLst>
      </pc:sldChg>
      <pc:sldChg chg="addSp modSp add del">
        <pc:chgData name="Henrique Delegrego" userId="dda1244064eddf32" providerId="LiveId" clId="{CA81531F-D70F-4CDC-8D07-A71328B36680}" dt="2026-06-15T23:40:22.628" v="999" actId="47"/>
        <pc:sldMkLst>
          <pc:docMk/>
          <pc:sldMk cId="1948604922" sldId="294"/>
        </pc:sldMkLst>
      </pc:sldChg>
      <pc:sldChg chg="addSp modSp add del">
        <pc:chgData name="Henrique Delegrego" userId="dda1244064eddf32" providerId="LiveId" clId="{CA81531F-D70F-4CDC-8D07-A71328B36680}" dt="2026-06-15T23:40:22.628" v="999" actId="47"/>
        <pc:sldMkLst>
          <pc:docMk/>
          <pc:sldMk cId="4218760579" sldId="295"/>
        </pc:sldMkLst>
      </pc:sldChg>
      <pc:sldChg chg="addSp delSp modSp add del mod">
        <pc:chgData name="Henrique Delegrego" userId="dda1244064eddf32" providerId="LiveId" clId="{CA81531F-D70F-4CDC-8D07-A71328B36680}" dt="2026-06-15T23:40:22.628" v="999" actId="47"/>
        <pc:sldMkLst>
          <pc:docMk/>
          <pc:sldMk cId="2802910821" sldId="29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33EA4-6D85-77B6-9234-A9E4AF33FB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E45F33-6650-4F83-1EA0-969EC3AB6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42571-8E86-F1A9-CB0B-DE4524017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B8BD6-25B7-8443-3587-EFDC74DB1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D01C9-D03D-A2C4-D617-8D988ADE2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3894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15374-883C-B5F2-7741-06211A636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17C7E-F35F-153E-5BBF-257B6EED5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D242B-77B6-263A-EDA9-DEF5E0D50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F0106-5F7F-22A0-451C-F848D099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CAC94-C646-5361-F554-096308F91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18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8D1CA-3986-F800-2558-90ABA3559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11ED7-5DF2-ECD2-E82C-D8E6650DD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EC228-2ECF-A5C0-7D5C-6FDC6446E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0DB8D-0735-9E68-3A65-AC2025985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C4414-8A88-9CF0-22F9-E08831ED8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581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3BE73-3D1F-938F-7AD8-93191CC20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5A556-C36B-CD71-006E-BB0803A41A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718AC3-98EC-13BB-3EB2-AB26BB45A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76C7D-C2C5-B84C-878F-586618857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3286E-FDB7-3997-7FD4-8B8497CAC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3A71C-D569-9BA6-E6FE-9E8E9812D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0756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DC903-C74A-00FF-9405-2E4683828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56092-9743-43BB-C1C0-1576C6837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DA2160-E4D1-1188-1930-BBBCA732E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C91B48-0CC9-A095-6221-B7E7B8A5FD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5B3830-AF47-0B7E-ECEA-C07868717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155BEB-368B-3005-8E0F-AD13E60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670FBB-4F93-7578-85B9-41FAE785A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4C1177-EAD8-7C3B-69F4-DA078665D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098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B7639-1D23-AFA4-55CE-BF677261C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33F047-8BE2-03D5-45B9-B4BF6EA30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82FFF6-5E25-153D-ED15-8FF5F97D0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3B7DF-CE88-9898-7D69-B23F00BE4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79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4F0CBD-D560-7943-D98C-BDD6695D2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F64AF9-02DB-E764-0416-5565776E7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B46AE-5078-8A1A-390A-EB34F0DA9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610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8222C-EA5A-D492-568C-675D5D5A4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236DE-1D90-8BC1-B0C7-0B40020E5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0E84B-AD28-A9F0-8275-F7068A887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FEDE47-1217-13D7-BA07-736DC9A2B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9C3696-4409-B246-8722-92EDEECE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165CF-EF58-67A4-2AB9-0DECBD12D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3208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8DFA-763D-CB69-5CC3-4606EFB20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D26B1-62E5-91B1-70DB-E72EA35A28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BBA9FD-C53E-FAAE-D019-846E51CA9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D2D0E-021D-4538-00A0-482BF7EDD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F7D24-37D7-3AF3-D471-4CBCF0F46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D41EF-E430-2AE0-EB08-3B46BB755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562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521B8-A298-D6DF-0294-185A4E9C8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26F777-7D80-C7A1-907A-10C0CDD62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0D364-F362-5162-2BC6-6BC686DF0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70F82-90F2-B52B-4BDF-3F6444777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5711C-5988-F215-6D55-8BC5273A1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827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E281B3-88EE-B8E6-0F78-189D1F3A6F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9AAAF4-A742-52BA-3B48-368B5D676E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67E9A-CA66-A8A5-2B45-DFEB00E4B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D131F-C19C-4DB8-103C-1B199A68E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2C4D3-9007-53B4-4379-940D198F9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411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CA5A8B-17B8-84EA-E15B-8F5D47A4E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8C61E-58BA-CB9D-9B47-AE91EDC9B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CAF0A-8505-72D4-D001-78515375B0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EA31F5-4D48-40F0-A61D-825EC73FB2D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ADC6D-B80C-1496-926A-0C3AA420B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60143-27A1-5ED8-79F4-75BAA74F9A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1091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C86E878-BB73-3D04-121D-EA248AFD7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7D71ADB2-39B8-1361-2F98-767788A4A80F}"/>
              </a:ext>
            </a:extLst>
          </p:cNvPr>
          <p:cNvSpPr txBox="1">
            <a:spLocks/>
          </p:cNvSpPr>
          <p:nvPr/>
        </p:nvSpPr>
        <p:spPr>
          <a:xfrm>
            <a:off x="2823411" y="1723406"/>
            <a:ext cx="6545178" cy="86793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Introdução ao Docker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560A06E-8533-D5E8-CC43-3C362EEF5054}"/>
              </a:ext>
            </a:extLst>
          </p:cNvPr>
          <p:cNvSpPr txBox="1">
            <a:spLocks/>
          </p:cNvSpPr>
          <p:nvPr/>
        </p:nvSpPr>
        <p:spPr>
          <a:xfrm>
            <a:off x="3073637" y="3990151"/>
            <a:ext cx="6044726" cy="5909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Professor: Henrique Delegrego</a:t>
            </a:r>
            <a:endParaRPr lang="pt-BR" sz="36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910C844B-ED2C-DE4F-C705-1437872D7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3411" y="5362897"/>
            <a:ext cx="4055706" cy="92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46A355-B2BD-5455-B280-3CA78DA62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3016" y="5024827"/>
            <a:ext cx="1526138" cy="150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01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78C88-597D-80AA-0390-9489FE6E8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5AE38AD-0D4A-C31C-B226-754BDED50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The SIX Basic Steps of Software Development by KitelyTech">
            <a:extLst>
              <a:ext uri="{FF2B5EF4-FFF2-40B4-BE49-F238E27FC236}">
                <a16:creationId xmlns:a16="http://schemas.microsoft.com/office/drawing/2014/main" id="{50282044-2412-2218-B33B-6B43D1E3F5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13" t="1663" r="24139" b="1456"/>
          <a:stretch/>
        </p:blipFill>
        <p:spPr bwMode="auto">
          <a:xfrm>
            <a:off x="3159607" y="953411"/>
            <a:ext cx="4370589" cy="4401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4BA0D37-7F1B-9A48-9358-2D269B028DF1}"/>
              </a:ext>
            </a:extLst>
          </p:cNvPr>
          <p:cNvSpPr txBox="1"/>
          <p:nvPr/>
        </p:nvSpPr>
        <p:spPr>
          <a:xfrm>
            <a:off x="7158047" y="4736131"/>
            <a:ext cx="437058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Esse projeto:</a:t>
            </a:r>
          </a:p>
          <a:p>
            <a:r>
              <a:rPr lang="pt-BR" sz="2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É possível ser feito a tempo?</a:t>
            </a:r>
          </a:p>
          <a:p>
            <a:r>
              <a:rPr lang="pt-BR" sz="2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Está dentro do orçamento?</a:t>
            </a:r>
          </a:p>
          <a:p>
            <a:r>
              <a:rPr lang="pt-BR" sz="2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Faz do zero ou compra uma solução?</a:t>
            </a:r>
          </a:p>
          <a:p>
            <a:r>
              <a:rPr lang="pt-BR" sz="2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Quais são os objetivos?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FC6FCE-D7BA-228E-1AAC-30AA6DAB75E0}"/>
              </a:ext>
            </a:extLst>
          </p:cNvPr>
          <p:cNvSpPr txBox="1"/>
          <p:nvPr/>
        </p:nvSpPr>
        <p:spPr>
          <a:xfrm>
            <a:off x="1237789" y="5385562"/>
            <a:ext cx="17467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Casos de uso</a:t>
            </a:r>
          </a:p>
          <a:p>
            <a:r>
              <a:rPr lang="pt-BR" sz="2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Personas</a:t>
            </a:r>
          </a:p>
          <a:p>
            <a:r>
              <a:rPr lang="pt-BR" sz="2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Estórias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EC91AAAE-313D-2A5F-4FB2-4BFCFDA8B9B2}"/>
              </a:ext>
            </a:extLst>
          </p:cNvPr>
          <p:cNvSpPr/>
          <p:nvPr/>
        </p:nvSpPr>
        <p:spPr>
          <a:xfrm rot="8414279">
            <a:off x="2898999" y="5163670"/>
            <a:ext cx="580028" cy="259935"/>
          </a:xfrm>
          <a:prstGeom prst="rightArrow">
            <a:avLst/>
          </a:prstGeom>
          <a:solidFill>
            <a:srgbClr val="293E6B"/>
          </a:solidFill>
          <a:ln w="12700" cap="flat" cmpd="sng" algn="ctr">
            <a:solidFill>
              <a:sysClr val="windowText" lastClr="000000">
                <a:shade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2439353C-6C10-7D17-3D31-4423C66361F9}"/>
              </a:ext>
            </a:extLst>
          </p:cNvPr>
          <p:cNvSpPr/>
          <p:nvPr/>
        </p:nvSpPr>
        <p:spPr>
          <a:xfrm rot="1433933">
            <a:off x="6580319" y="5185456"/>
            <a:ext cx="580028" cy="259935"/>
          </a:xfrm>
          <a:prstGeom prst="rightArrow">
            <a:avLst/>
          </a:prstGeom>
          <a:solidFill>
            <a:srgbClr val="B1292F"/>
          </a:solidFill>
          <a:ln w="12700" cap="flat" cmpd="sng" algn="ctr">
            <a:solidFill>
              <a:sysClr val="windowText" lastClr="000000">
                <a:shade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0ACCED4D-058A-6918-CDB7-B391108077AA}"/>
              </a:ext>
            </a:extLst>
          </p:cNvPr>
          <p:cNvSpPr/>
          <p:nvPr/>
        </p:nvSpPr>
        <p:spPr>
          <a:xfrm rot="10800000">
            <a:off x="2500754" y="3366703"/>
            <a:ext cx="580028" cy="259935"/>
          </a:xfrm>
          <a:prstGeom prst="rightArrow">
            <a:avLst/>
          </a:prstGeom>
          <a:solidFill>
            <a:srgbClr val="0093DA"/>
          </a:solidFill>
          <a:ln w="12700" cap="flat" cmpd="sng" algn="ctr">
            <a:solidFill>
              <a:sysClr val="windowText" lastClr="000000">
                <a:shade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A0BF4D-57F8-DB38-51BF-E4C2AAFC8EE2}"/>
              </a:ext>
            </a:extLst>
          </p:cNvPr>
          <p:cNvSpPr txBox="1"/>
          <p:nvPr/>
        </p:nvSpPr>
        <p:spPr>
          <a:xfrm>
            <a:off x="-1281" y="2979474"/>
            <a:ext cx="27434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É feito o fluxograma, diagrama de classes e</a:t>
            </a:r>
          </a:p>
          <a:p>
            <a:r>
              <a:rPr lang="pt-BR" sz="2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Mockups das interfaces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112A433F-2727-413F-3F6C-359B8CAA026D}"/>
              </a:ext>
            </a:extLst>
          </p:cNvPr>
          <p:cNvSpPr/>
          <p:nvPr/>
        </p:nvSpPr>
        <p:spPr>
          <a:xfrm rot="11663422">
            <a:off x="2765324" y="1202174"/>
            <a:ext cx="580028" cy="259935"/>
          </a:xfrm>
          <a:prstGeom prst="rightArrow">
            <a:avLst/>
          </a:prstGeom>
          <a:solidFill>
            <a:srgbClr val="0C9D8B"/>
          </a:solidFill>
          <a:ln w="12700" cap="flat" cmpd="sng" algn="ctr">
            <a:solidFill>
              <a:sysClr val="windowText" lastClr="000000">
                <a:shade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DF0B06-E9B3-9980-6DCA-AEE2463A6666}"/>
              </a:ext>
            </a:extLst>
          </p:cNvPr>
          <p:cNvSpPr txBox="1"/>
          <p:nvPr/>
        </p:nvSpPr>
        <p:spPr>
          <a:xfrm>
            <a:off x="803392" y="741791"/>
            <a:ext cx="29436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pt-BR" sz="2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É iniciada a programação do software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D4B5C79B-AED2-2147-6E4A-831F99D3FB59}"/>
              </a:ext>
            </a:extLst>
          </p:cNvPr>
          <p:cNvSpPr/>
          <p:nvPr/>
        </p:nvSpPr>
        <p:spPr>
          <a:xfrm rot="20185108">
            <a:off x="6550243" y="999120"/>
            <a:ext cx="580028" cy="259935"/>
          </a:xfrm>
          <a:prstGeom prst="rightArrow">
            <a:avLst/>
          </a:prstGeom>
          <a:solidFill>
            <a:srgbClr val="EDB717"/>
          </a:solidFill>
          <a:ln w="12700" cap="flat" cmpd="sng" algn="ctr">
            <a:solidFill>
              <a:sysClr val="windowText" lastClr="000000">
                <a:shade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47A6C6-42DF-7642-931A-A4A3856A8E62}"/>
              </a:ext>
            </a:extLst>
          </p:cNvPr>
          <p:cNvSpPr txBox="1"/>
          <p:nvPr/>
        </p:nvSpPr>
        <p:spPr>
          <a:xfrm>
            <a:off x="7482627" y="112939"/>
            <a:ext cx="40686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São feitos os testes:</a:t>
            </a:r>
          </a:p>
          <a:p>
            <a:r>
              <a:rPr lang="pt-BR" sz="2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Integridade</a:t>
            </a:r>
          </a:p>
          <a:p>
            <a:r>
              <a:rPr lang="pt-BR" sz="2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Disponibilidade</a:t>
            </a:r>
          </a:p>
          <a:p>
            <a:r>
              <a:rPr lang="pt-BR" sz="2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Performance</a:t>
            </a:r>
          </a:p>
          <a:p>
            <a:r>
              <a:rPr lang="pt-BR" sz="2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Compatibilidade e facilidade de uso</a:t>
            </a:r>
          </a:p>
          <a:p>
            <a:r>
              <a:rPr lang="pt-BR" sz="2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Integração de módulos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9A525D78-23A0-E419-00C8-EFB815828C2A}"/>
              </a:ext>
            </a:extLst>
          </p:cNvPr>
          <p:cNvSpPr/>
          <p:nvPr/>
        </p:nvSpPr>
        <p:spPr>
          <a:xfrm>
            <a:off x="7609021" y="3110014"/>
            <a:ext cx="580029" cy="259935"/>
          </a:xfrm>
          <a:prstGeom prst="rightArrow">
            <a:avLst/>
          </a:prstGeom>
          <a:solidFill>
            <a:srgbClr val="EF8101"/>
          </a:solidFill>
          <a:ln w="12700" cap="flat" cmpd="sng" algn="ctr">
            <a:solidFill>
              <a:sysClr val="windowText" lastClr="000000">
                <a:shade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387C51-D999-93E4-722B-E3A7723D165B}"/>
              </a:ext>
            </a:extLst>
          </p:cNvPr>
          <p:cNvSpPr txBox="1"/>
          <p:nvPr/>
        </p:nvSpPr>
        <p:spPr>
          <a:xfrm>
            <a:off x="8251429" y="2317588"/>
            <a:ext cx="383389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Processo de configurar e disponibilizar um software para os usuários</a:t>
            </a:r>
          </a:p>
          <a:p>
            <a:r>
              <a:rPr lang="pt-BR" sz="2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É feita a comercialização do software</a:t>
            </a:r>
          </a:p>
          <a:p>
            <a:r>
              <a:rPr lang="pt-BR" sz="2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Correções de bugs menores são feitas nessa etapa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67490A5-DC65-7469-66E9-DF2D2C3C6B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4639" l="1017" r="91864">
                        <a14:foregroundMark x1="20678" y1="52577" x2="20000" y2="50928"/>
                        <a14:foregroundMark x1="19322" y1="52990" x2="21695" y2="49691"/>
                        <a14:foregroundMark x1="20000" y1="52165" x2="26102" y2="59588"/>
                        <a14:foregroundMark x1="36271" y1="49072" x2="38644" y2="56907"/>
                        <a14:foregroundMark x1="24746" y1="51959" x2="51186" y2="53402"/>
                        <a14:foregroundMark x1="29153" y1="50722" x2="56949" y2="55670"/>
                        <a14:foregroundMark x1="56949" y1="55670" x2="56949" y2="55670"/>
                        <a14:foregroundMark x1="67119" y1="49278" x2="75593" y2="53814"/>
                        <a14:foregroundMark x1="83051" y1="49691" x2="71186" y2="56701"/>
                        <a14:foregroundMark x1="77627" y1="52990" x2="71186" y2="55876"/>
                        <a14:foregroundMark x1="83390" y1="51753" x2="67458" y2="54845"/>
                        <a14:foregroundMark x1="69492" y1="52165" x2="43729" y2="55876"/>
                        <a14:foregroundMark x1="58305" y1="51134" x2="52203" y2="55670"/>
                        <a14:foregroundMark x1="32203" y1="63505" x2="55932" y2="59175"/>
                        <a14:foregroundMark x1="46441" y1="56907" x2="58305" y2="61443"/>
                        <a14:foregroundMark x1="36949" y1="65773" x2="19322" y2="70722"/>
                        <a14:foregroundMark x1="17627" y1="69485" x2="29831" y2="65773"/>
                        <a14:foregroundMark x1="16271" y1="69278" x2="54237" y2="66804"/>
                        <a14:foregroundMark x1="49831" y1="67629" x2="74915" y2="69072"/>
                        <a14:foregroundMark x1="74915" y1="69072" x2="75254" y2="68660"/>
                        <a14:foregroundMark x1="75932" y1="68041" x2="81356" y2="65155"/>
                        <a14:foregroundMark x1="71186" y1="69485" x2="71186" y2="48454"/>
                        <a14:foregroundMark x1="58983" y1="50103" x2="51186" y2="66804"/>
                        <a14:foregroundMark x1="55932" y1="53814" x2="52542" y2="66392"/>
                        <a14:foregroundMark x1="70169" y1="6804" x2="76271" y2="5567"/>
                        <a14:foregroundMark x1="73559" y1="1856" x2="73220" y2="1237"/>
                        <a14:foregroundMark x1="5424" y1="25979" x2="6441" y2="28247"/>
                        <a14:foregroundMark x1="1017" y1="72371" x2="3729" y2="72371"/>
                        <a14:foregroundMark x1="35932" y1="94845" x2="64746" y2="93402"/>
                        <a14:foregroundMark x1="91864" y1="46804" x2="88136" y2="4948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95190" y="2121869"/>
            <a:ext cx="1313831" cy="216002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9AA7772-07A7-D124-C78D-2CF36174FF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0257" y="2884678"/>
            <a:ext cx="178757" cy="18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242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/>
      <p:bldP spid="22" grpId="0"/>
      <p:bldP spid="23" grpId="0" animBg="1"/>
      <p:bldP spid="24" grpId="0" animBg="1"/>
      <p:bldP spid="25" grpId="0" animBg="1"/>
      <p:bldP spid="26" grpId="0"/>
      <p:bldP spid="27" grpId="0" animBg="1"/>
      <p:bldP spid="28" grpId="0"/>
      <p:bldP spid="29" grpId="0" animBg="1"/>
      <p:bldP spid="30" grpId="0" uiExpand="1"/>
      <p:bldP spid="31" grpId="0" animBg="1"/>
      <p:bldP spid="32" grpId="0" uiExpan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3E41E-C71C-947E-08C3-C0C444465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2E1D2A1-2EB3-5819-4016-6B3D71579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AD8852-8112-67B4-00B2-630B7900E0EE}"/>
              </a:ext>
            </a:extLst>
          </p:cNvPr>
          <p:cNvSpPr txBox="1"/>
          <p:nvPr/>
        </p:nvSpPr>
        <p:spPr>
          <a:xfrm>
            <a:off x="1" y="1567599"/>
            <a:ext cx="9223528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Processo de disponibilizar uma aplicação para que seus usuários possam utilizá-la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Envolve a transferência do aplicativo de um ambiente de desenvolvimento ou teste para um ambiente de produção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47B50436-5D7E-F795-918F-27A78CCCBEB5}"/>
              </a:ext>
            </a:extLst>
          </p:cNvPr>
          <p:cNvSpPr txBox="1">
            <a:spLocks/>
          </p:cNvSpPr>
          <p:nvPr/>
        </p:nvSpPr>
        <p:spPr>
          <a:xfrm>
            <a:off x="4154905" y="209913"/>
            <a:ext cx="388219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 dirty="0">
                <a:latin typeface="Calibri" panose="020F0502020204030204" pitchFamily="34" charset="0"/>
                <a:cs typeface="Calibri" panose="020F0502020204030204" pitchFamily="34" charset="0"/>
              </a:rPr>
              <a:t>Introdução Ao Docker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C4F5CE92-C00F-2599-CA58-26C2D5B86689}"/>
              </a:ext>
            </a:extLst>
          </p:cNvPr>
          <p:cNvSpPr txBox="1">
            <a:spLocks/>
          </p:cNvSpPr>
          <p:nvPr/>
        </p:nvSpPr>
        <p:spPr>
          <a:xfrm>
            <a:off x="729392" y="860288"/>
            <a:ext cx="1800163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Deployment</a:t>
            </a:r>
          </a:p>
        </p:txBody>
      </p:sp>
      <p:pic>
        <p:nvPicPr>
          <p:cNvPr id="10" name="Picture 2" descr="Freezing Python's Dependency Hell in 2018 | by Montana Low |  tech-at-instacart">
            <a:extLst>
              <a:ext uri="{FF2B5EF4-FFF2-40B4-BE49-F238E27FC236}">
                <a16:creationId xmlns:a16="http://schemas.microsoft.com/office/drawing/2014/main" id="{E2172B54-B629-12F5-F0B1-98F780ADA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3594" y="2376430"/>
            <a:ext cx="2487492" cy="2462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6D9CACB-5ABA-6C99-BCFC-3B2E82955B61}"/>
              </a:ext>
            </a:extLst>
          </p:cNvPr>
          <p:cNvSpPr txBox="1"/>
          <p:nvPr/>
        </p:nvSpPr>
        <p:spPr>
          <a:xfrm>
            <a:off x="0" y="3214204"/>
            <a:ext cx="922352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aplicação pode funcionar no desenvolvimento, mas falhar em produção devido a diferenças de configuração entre os ambientes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Essas diferenças podem ser sistemas operacionais (SO), bibliotecas, frameworks, configurações, versões ou arquivos faltantes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Outro problema era quando diferentes aplicativos exigiam versões incompatíveis da mesma dependência 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dependency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hell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pt-BR" sz="2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286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A8982-3BE2-5D65-6BBA-A9827C877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10F9307-A653-985A-4112-B13108AA2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2" descr="How to Draw a Clipboard - HelloArtsy">
            <a:extLst>
              <a:ext uri="{FF2B5EF4-FFF2-40B4-BE49-F238E27FC236}">
                <a16:creationId xmlns:a16="http://schemas.microsoft.com/office/drawing/2014/main" id="{23A14B2A-0ECA-570E-05A4-5BDE59E632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51" t="9787" r="16608" b="14894"/>
          <a:stretch/>
        </p:blipFill>
        <p:spPr bwMode="auto">
          <a:xfrm>
            <a:off x="9299030" y="2663204"/>
            <a:ext cx="1055671" cy="1531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TomTom Engineering Blog - Back to Basics: How to create a java JAR using  command line">
            <a:extLst>
              <a:ext uri="{FF2B5EF4-FFF2-40B4-BE49-F238E27FC236}">
                <a16:creationId xmlns:a16="http://schemas.microsoft.com/office/drawing/2014/main" id="{8942F805-D8C8-A9C2-7534-FFA068412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5784" y="569280"/>
            <a:ext cx="1228725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Postgresql original a marca logo - Ícones Social media e Logos">
            <a:extLst>
              <a:ext uri="{FF2B5EF4-FFF2-40B4-BE49-F238E27FC236}">
                <a16:creationId xmlns:a16="http://schemas.microsoft.com/office/drawing/2014/main" id="{7061FECB-7432-3F69-75B3-985CB9EB9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5785" y="2026356"/>
            <a:ext cx="1228725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 descr="Node.js&quot; Icon - Download for free – Iconduck">
            <a:extLst>
              <a:ext uri="{FF2B5EF4-FFF2-40B4-BE49-F238E27FC236}">
                <a16:creationId xmlns:a16="http://schemas.microsoft.com/office/drawing/2014/main" id="{0FF42CCF-005F-C6A8-4EDB-CBA8A84A0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1105" y="3428999"/>
            <a:ext cx="938087" cy="1057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FFC874B-DC1D-473D-BEC1-9E9558FC249C}"/>
              </a:ext>
            </a:extLst>
          </p:cNvPr>
          <p:cNvSpPr txBox="1"/>
          <p:nvPr/>
        </p:nvSpPr>
        <p:spPr>
          <a:xfrm>
            <a:off x="0" y="2026356"/>
            <a:ext cx="9060024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equipe de desenvolvedores produzia um pacote da aplicação, junto com uma lista de instruções de como configurar o pacote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Cada desenvolvedor precisava instalar e configurar todos os serviços diretamente nos seus computadores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 processo de instalação varia conforme o sistema e versão do software, sendo suscetível a erros humanos e conflitos de versões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Antes do Docker, a solução era usar 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Máquinas Virtuais (VM)</a:t>
            </a:r>
          </a:p>
        </p:txBody>
      </p:sp>
      <p:pic>
        <p:nvPicPr>
          <p:cNvPr id="15" name="Picture 14" descr="RabbitMQ&quot; Icon - Download for free – Iconduck">
            <a:extLst>
              <a:ext uri="{FF2B5EF4-FFF2-40B4-BE49-F238E27FC236}">
                <a16:creationId xmlns:a16="http://schemas.microsoft.com/office/drawing/2014/main" id="{60B277AF-C263-E183-2AF5-C42D7D175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8083" y="4743450"/>
            <a:ext cx="936426" cy="990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ítulo 1">
            <a:extLst>
              <a:ext uri="{FF2B5EF4-FFF2-40B4-BE49-F238E27FC236}">
                <a16:creationId xmlns:a16="http://schemas.microsoft.com/office/drawing/2014/main" id="{C4F99CF6-CA1B-BD8C-ACC8-AC437479AB9A}"/>
              </a:ext>
            </a:extLst>
          </p:cNvPr>
          <p:cNvSpPr txBox="1">
            <a:spLocks/>
          </p:cNvSpPr>
          <p:nvPr/>
        </p:nvSpPr>
        <p:spPr>
          <a:xfrm>
            <a:off x="4154905" y="209913"/>
            <a:ext cx="388219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 dirty="0">
                <a:latin typeface="Calibri" panose="020F0502020204030204" pitchFamily="34" charset="0"/>
                <a:cs typeface="Calibri" panose="020F0502020204030204" pitchFamily="34" charset="0"/>
              </a:rPr>
              <a:t>Introdução Ao Docker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A45A1738-3409-4E1B-54A2-6FA9BFFB579A}"/>
              </a:ext>
            </a:extLst>
          </p:cNvPr>
          <p:cNvSpPr txBox="1">
            <a:spLocks/>
          </p:cNvSpPr>
          <p:nvPr/>
        </p:nvSpPr>
        <p:spPr>
          <a:xfrm>
            <a:off x="740810" y="1227148"/>
            <a:ext cx="3184849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Deploy antes do Docker</a:t>
            </a:r>
          </a:p>
        </p:txBody>
      </p:sp>
    </p:spTree>
    <p:extLst>
      <p:ext uri="{BB962C8B-B14F-4D97-AF65-F5344CB8AC3E}">
        <p14:creationId xmlns:p14="http://schemas.microsoft.com/office/powerpoint/2010/main" val="1903871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2BC3C-129F-FE29-013D-51BDB9570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FBD540B-78A3-5861-CE42-A59505A90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5BF4DE-DD92-F8BE-860D-A2C2C180CE9B}"/>
              </a:ext>
            </a:extLst>
          </p:cNvPr>
          <p:cNvSpPr txBox="1"/>
          <p:nvPr/>
        </p:nvSpPr>
        <p:spPr>
          <a:xfrm>
            <a:off x="0" y="1461793"/>
            <a:ext cx="8037096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Simulação de um computador isolado do hospedeiro, permitindo executar o sistema operacional e aplicativos como em hardware dedicado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Virtualiza a camada de kernel e aplicação do sistema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Utiliza um 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hypervisor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para gerenciar múltiplos sistemas operacionais isolados em um único hardware físico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Ao isolar aplicativos em ambientes virtualizados, as VMs simplificam a implantação permitindo empacotar aplicações com suas dependências independente do host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Exemplo: Se um sistema exige Java 8 e outro Java 25, eles podem ser executados em VMs separadas, sem conflito</a:t>
            </a:r>
          </a:p>
        </p:txBody>
      </p:sp>
      <p:pic>
        <p:nvPicPr>
          <p:cNvPr id="8" name="Picture 2" descr="What Are Virtual Machines (VMs)? Use Cases and Benefits | Kong Inc.">
            <a:extLst>
              <a:ext uri="{FF2B5EF4-FFF2-40B4-BE49-F238E27FC236}">
                <a16:creationId xmlns:a16="http://schemas.microsoft.com/office/drawing/2014/main" id="{EC45CB20-D500-363B-8A35-22FBDB49FB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740"/>
          <a:stretch/>
        </p:blipFill>
        <p:spPr bwMode="auto">
          <a:xfrm>
            <a:off x="8293145" y="3952484"/>
            <a:ext cx="3914122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Aula de Sistemas Operacionais - Modos do Kernel">
            <a:extLst>
              <a:ext uri="{FF2B5EF4-FFF2-40B4-BE49-F238E27FC236}">
                <a16:creationId xmlns:a16="http://schemas.microsoft.com/office/drawing/2014/main" id="{E33D6D25-B7D1-8E20-D6E4-20ACE307F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2276" y="959231"/>
            <a:ext cx="3235859" cy="255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DD1AFFB2-AC71-63D5-3145-5B21B3928C30}"/>
              </a:ext>
            </a:extLst>
          </p:cNvPr>
          <p:cNvSpPr txBox="1">
            <a:spLocks/>
          </p:cNvSpPr>
          <p:nvPr/>
        </p:nvSpPr>
        <p:spPr>
          <a:xfrm>
            <a:off x="4154905" y="209913"/>
            <a:ext cx="388219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 dirty="0">
                <a:latin typeface="Calibri" panose="020F0502020204030204" pitchFamily="34" charset="0"/>
                <a:cs typeface="Calibri" panose="020F0502020204030204" pitchFamily="34" charset="0"/>
              </a:rPr>
              <a:t>Introdução Ao Docker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BDB529E2-0BB8-5F20-D138-EBE2A1EBB7F4}"/>
              </a:ext>
            </a:extLst>
          </p:cNvPr>
          <p:cNvSpPr txBox="1">
            <a:spLocks/>
          </p:cNvSpPr>
          <p:nvPr/>
        </p:nvSpPr>
        <p:spPr>
          <a:xfrm>
            <a:off x="709676" y="833344"/>
            <a:ext cx="2957255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Máquina Virtual (VM)</a:t>
            </a:r>
          </a:p>
        </p:txBody>
      </p:sp>
    </p:spTree>
    <p:extLst>
      <p:ext uri="{BB962C8B-B14F-4D97-AF65-F5344CB8AC3E}">
        <p14:creationId xmlns:p14="http://schemas.microsoft.com/office/powerpoint/2010/main" val="3585518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29DD7-8F99-F366-CE68-32E31A333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8AC9797-DD22-92EF-2313-77A1312C3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A696F6-878D-2744-833C-FE611D14DB14}"/>
              </a:ext>
            </a:extLst>
          </p:cNvPr>
          <p:cNvSpPr txBox="1"/>
          <p:nvPr/>
        </p:nvSpPr>
        <p:spPr>
          <a:xfrm>
            <a:off x="0" y="1657882"/>
            <a:ext cx="8153400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Executam um sistema operacional completo em cima de um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hypervisor, o que significa que cada VM inclui seu próprio kernel, bibliotecas e binários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Sobrecarga significativa devido ao uso de memória e à concorrência por recursos compartilhados entre VMs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Cada VM requer uma imagem de disco completa, que pode ter vários gigabytes de tamanho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VM demoram mais para inicializar e são mais pesadas em termos de recursos do que 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containers</a:t>
            </a:r>
          </a:p>
        </p:txBody>
      </p:sp>
      <p:pic>
        <p:nvPicPr>
          <p:cNvPr id="8" name="Picture 2" descr="What Are Virtual Machines (VMs)? Use Cases and Benefits | Kong Inc.">
            <a:extLst>
              <a:ext uri="{FF2B5EF4-FFF2-40B4-BE49-F238E27FC236}">
                <a16:creationId xmlns:a16="http://schemas.microsoft.com/office/drawing/2014/main" id="{3112EE08-7DC9-B9B9-8A35-2C19D13A6E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740"/>
          <a:stretch/>
        </p:blipFill>
        <p:spPr bwMode="auto">
          <a:xfrm>
            <a:off x="8293145" y="3952484"/>
            <a:ext cx="3914122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Aula de Sistemas Operacionais - Modos do Kernel">
            <a:extLst>
              <a:ext uri="{FF2B5EF4-FFF2-40B4-BE49-F238E27FC236}">
                <a16:creationId xmlns:a16="http://schemas.microsoft.com/office/drawing/2014/main" id="{A5F4AD4A-A2C5-935E-3EA3-9AECFB440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2276" y="959231"/>
            <a:ext cx="3235859" cy="255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BDF4EE00-CB03-3865-B33D-6C2372837119}"/>
              </a:ext>
            </a:extLst>
          </p:cNvPr>
          <p:cNvSpPr txBox="1">
            <a:spLocks/>
          </p:cNvSpPr>
          <p:nvPr/>
        </p:nvSpPr>
        <p:spPr>
          <a:xfrm>
            <a:off x="4154905" y="209913"/>
            <a:ext cx="388219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 dirty="0">
                <a:latin typeface="Calibri" panose="020F0502020204030204" pitchFamily="34" charset="0"/>
                <a:cs typeface="Calibri" panose="020F0502020204030204" pitchFamily="34" charset="0"/>
              </a:rPr>
              <a:t>Introdução Ao Docker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C2CBCAFC-1EB2-D0B3-4A1F-2A478A66F1E9}"/>
              </a:ext>
            </a:extLst>
          </p:cNvPr>
          <p:cNvSpPr txBox="1">
            <a:spLocks/>
          </p:cNvSpPr>
          <p:nvPr/>
        </p:nvSpPr>
        <p:spPr>
          <a:xfrm>
            <a:off x="714435" y="997368"/>
            <a:ext cx="3111116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Desvantagens das VMs</a:t>
            </a:r>
          </a:p>
        </p:txBody>
      </p:sp>
    </p:spTree>
    <p:extLst>
      <p:ext uri="{BB962C8B-B14F-4D97-AF65-F5344CB8AC3E}">
        <p14:creationId xmlns:p14="http://schemas.microsoft.com/office/powerpoint/2010/main" val="1256968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AFF50-809F-1189-AF90-10BC5B9D8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5B0C6D2-7AE7-A7DD-E44D-EEB040978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5DFDE2-E8CA-A661-3F9E-FAE69AFEFD07}"/>
              </a:ext>
            </a:extLst>
          </p:cNvPr>
          <p:cNvSpPr txBox="1"/>
          <p:nvPr/>
        </p:nvSpPr>
        <p:spPr>
          <a:xfrm>
            <a:off x="0" y="1728665"/>
            <a:ext cx="7267074" cy="275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Unidades leves e portáteis que encapsulam uma aplicação e suas dependências em uma 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imagem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executável, compartilhando o kernel do SO host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Diferentemente de VMs tradicionais, que incluem um SO completo, os containers compartilham o kernel do SO hospedeiro e usam recursos mínimos para isolar processos, sistemas de arquivos e redes</a:t>
            </a:r>
          </a:p>
        </p:txBody>
      </p:sp>
      <p:pic>
        <p:nvPicPr>
          <p:cNvPr id="7" name="Picture 2" descr="Docker Containers vs. VMs: A Look at the Pros and Cons">
            <a:extLst>
              <a:ext uri="{FF2B5EF4-FFF2-40B4-BE49-F238E27FC236}">
                <a16:creationId xmlns:a16="http://schemas.microsoft.com/office/drawing/2014/main" id="{8A219417-4FA0-17C8-1346-129697DE4B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34" t="19861" r="6103" b="28472"/>
          <a:stretch/>
        </p:blipFill>
        <p:spPr bwMode="auto">
          <a:xfrm>
            <a:off x="8037095" y="1444500"/>
            <a:ext cx="3731421" cy="3523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EB56206D-2102-359F-9A6F-F0552C40666B}"/>
              </a:ext>
            </a:extLst>
          </p:cNvPr>
          <p:cNvSpPr txBox="1">
            <a:spLocks/>
          </p:cNvSpPr>
          <p:nvPr/>
        </p:nvSpPr>
        <p:spPr>
          <a:xfrm>
            <a:off x="4154905" y="209913"/>
            <a:ext cx="388219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 dirty="0">
                <a:latin typeface="Calibri" panose="020F0502020204030204" pitchFamily="34" charset="0"/>
                <a:cs typeface="Calibri" panose="020F0502020204030204" pitchFamily="34" charset="0"/>
              </a:rPr>
              <a:t>Introdução Ao Docker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6F837BAE-546C-D965-BB91-A6FF597D09B2}"/>
              </a:ext>
            </a:extLst>
          </p:cNvPr>
          <p:cNvSpPr txBox="1">
            <a:spLocks/>
          </p:cNvSpPr>
          <p:nvPr/>
        </p:nvSpPr>
        <p:spPr>
          <a:xfrm>
            <a:off x="716973" y="954419"/>
            <a:ext cx="1445114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Container</a:t>
            </a:r>
          </a:p>
        </p:txBody>
      </p:sp>
    </p:spTree>
    <p:extLst>
      <p:ext uri="{BB962C8B-B14F-4D97-AF65-F5344CB8AC3E}">
        <p14:creationId xmlns:p14="http://schemas.microsoft.com/office/powerpoint/2010/main" val="968418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3B3DD-C8B3-96A8-CB88-D8A559328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FBD594C-7FED-0DC8-7AD6-BB644607A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851323-8002-A75A-6BEA-4ED889BCA219}"/>
              </a:ext>
            </a:extLst>
          </p:cNvPr>
          <p:cNvSpPr txBox="1"/>
          <p:nvPr/>
        </p:nvSpPr>
        <p:spPr>
          <a:xfrm>
            <a:off x="0" y="1283782"/>
            <a:ext cx="11974557" cy="506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Máquina Virtual: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Simulação completa de um computador físico, roda um SO completo em um hardware virtualizado gerenciado por um hipervisor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Mais pesadas em comparação a containers, tempo de inicialização mais longo e maior consumo de recursos 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Isolamento forte, se uma VM for comprometida, as outras permanecem seguras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Container: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Unidades leves que encapsulam uma aplicação e suas dependências em uma imagem executável, compartilhando o kernel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 e com tempo de inicialização rápido, overhead mínimo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Isolamento ocorre no nível do processo, se houver uma vulnerabilidade no kernel ou no runtime, vários containers podem ser afetados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3B5A8502-B30E-07ED-892A-453157F3F1C2}"/>
              </a:ext>
            </a:extLst>
          </p:cNvPr>
          <p:cNvSpPr txBox="1">
            <a:spLocks/>
          </p:cNvSpPr>
          <p:nvPr/>
        </p:nvSpPr>
        <p:spPr>
          <a:xfrm>
            <a:off x="4154905" y="209913"/>
            <a:ext cx="388219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 dirty="0">
                <a:latin typeface="Calibri" panose="020F0502020204030204" pitchFamily="34" charset="0"/>
                <a:cs typeface="Calibri" panose="020F0502020204030204" pitchFamily="34" charset="0"/>
              </a:rPr>
              <a:t>Introdução Ao Docker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82158EF2-ED0B-935B-887A-5423438FD9F0}"/>
              </a:ext>
            </a:extLst>
          </p:cNvPr>
          <p:cNvSpPr txBox="1">
            <a:spLocks/>
          </p:cNvSpPr>
          <p:nvPr/>
        </p:nvSpPr>
        <p:spPr>
          <a:xfrm>
            <a:off x="657152" y="779155"/>
            <a:ext cx="4043035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Container </a:t>
            </a:r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vs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 Máquina Virtual</a:t>
            </a:r>
          </a:p>
        </p:txBody>
      </p:sp>
    </p:spTree>
    <p:extLst>
      <p:ext uri="{BB962C8B-B14F-4D97-AF65-F5344CB8AC3E}">
        <p14:creationId xmlns:p14="http://schemas.microsoft.com/office/powerpoint/2010/main" val="3554070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928CB-55C6-FDC5-FBE5-AC6F807C7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78E4105-0A18-9213-D17A-7EDCAC57A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909F0A1D-E2F5-5AA9-19A2-54B0081DFB9C}"/>
              </a:ext>
            </a:extLst>
          </p:cNvPr>
          <p:cNvSpPr txBox="1">
            <a:spLocks/>
          </p:cNvSpPr>
          <p:nvPr/>
        </p:nvSpPr>
        <p:spPr>
          <a:xfrm>
            <a:off x="4154905" y="209913"/>
            <a:ext cx="388219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 dirty="0">
                <a:latin typeface="Calibri" panose="020F0502020204030204" pitchFamily="34" charset="0"/>
                <a:cs typeface="Calibri" panose="020F0502020204030204" pitchFamily="34" charset="0"/>
              </a:rPr>
              <a:t>Introdução Ao Docker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B8E02EC-5301-C500-AB38-227A74D4FD9E}"/>
              </a:ext>
            </a:extLst>
          </p:cNvPr>
          <p:cNvSpPr txBox="1">
            <a:spLocks/>
          </p:cNvSpPr>
          <p:nvPr/>
        </p:nvSpPr>
        <p:spPr>
          <a:xfrm>
            <a:off x="737514" y="883236"/>
            <a:ext cx="1086190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AA3595-7B5E-A543-FE86-9F4B40D2261C}"/>
              </a:ext>
            </a:extLst>
          </p:cNvPr>
          <p:cNvSpPr txBox="1"/>
          <p:nvPr/>
        </p:nvSpPr>
        <p:spPr>
          <a:xfrm>
            <a:off x="0" y="1605424"/>
            <a:ext cx="8853443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Plataforma open-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que permite aos desenvolvedores automatizar o processo de implantação, escalonamento e gerenciamento de aplicações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Empacota as aplicações com todas as dependências, configurações e ferramentas necessárias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Gera uma imagem leve e facilmente distribuída</a:t>
            </a:r>
            <a:endParaRPr lang="pt-BR" sz="2400" b="1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Possui um processo em segundo plano chamado de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Docker 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Daemon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que atua como o motor central da plataforma, responsável por gerenciar as operações principais</a:t>
            </a:r>
          </a:p>
        </p:txBody>
      </p:sp>
      <p:pic>
        <p:nvPicPr>
          <p:cNvPr id="9" name="Picture 2" descr="Docker full logo transparent PNG - StickPNG">
            <a:extLst>
              <a:ext uri="{FF2B5EF4-FFF2-40B4-BE49-F238E27FC236}">
                <a16:creationId xmlns:a16="http://schemas.microsoft.com/office/drawing/2014/main" id="{861EC1B6-180C-D8F6-7D2F-F53E59A2D2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45" b="11829"/>
          <a:stretch/>
        </p:blipFill>
        <p:spPr bwMode="auto">
          <a:xfrm>
            <a:off x="9605473" y="2712106"/>
            <a:ext cx="2224925" cy="1684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9739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AE0F4-689E-7D48-AA08-F8776D208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8A1949B-8D4A-7E34-45F5-2A4E900E1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Docker full logo transparent PNG - StickPNG">
            <a:extLst>
              <a:ext uri="{FF2B5EF4-FFF2-40B4-BE49-F238E27FC236}">
                <a16:creationId xmlns:a16="http://schemas.microsoft.com/office/drawing/2014/main" id="{D1792B3B-E43E-5CCA-2D06-2954E9880E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45" b="11829"/>
          <a:stretch/>
        </p:blipFill>
        <p:spPr bwMode="auto">
          <a:xfrm>
            <a:off x="9605473" y="2712106"/>
            <a:ext cx="2224925" cy="1684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4277A189-2C86-3F44-2177-4C534A33A3FC}"/>
              </a:ext>
            </a:extLst>
          </p:cNvPr>
          <p:cNvSpPr txBox="1">
            <a:spLocks/>
          </p:cNvSpPr>
          <p:nvPr/>
        </p:nvSpPr>
        <p:spPr>
          <a:xfrm>
            <a:off x="4154905" y="209913"/>
            <a:ext cx="388219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 dirty="0">
                <a:latin typeface="Calibri" panose="020F0502020204030204" pitchFamily="34" charset="0"/>
                <a:cs typeface="Calibri" panose="020F0502020204030204" pitchFamily="34" charset="0"/>
              </a:rPr>
              <a:t>Introdução Ao Docker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401B52A-CD45-DF67-D898-CE62B7CA2014}"/>
              </a:ext>
            </a:extLst>
          </p:cNvPr>
          <p:cNvSpPr txBox="1">
            <a:spLocks/>
          </p:cNvSpPr>
          <p:nvPr/>
        </p:nvSpPr>
        <p:spPr>
          <a:xfrm>
            <a:off x="688884" y="959038"/>
            <a:ext cx="1479296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Instalação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C607FA-FF13-9321-00A9-00977BFE4E5D}"/>
              </a:ext>
            </a:extLst>
          </p:cNvPr>
          <p:cNvSpPr txBox="1"/>
          <p:nvPr/>
        </p:nvSpPr>
        <p:spPr>
          <a:xfrm>
            <a:off x="0" y="1674673"/>
            <a:ext cx="9605473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 utilizar o Docker precisamos instalar o 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 Desktop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que inclui</a:t>
            </a:r>
            <a:endParaRPr lang="pt-BR" sz="2400" b="1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Engine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para gerenciar as imagens e containers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Processo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Daemon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chamado de “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dockerd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Interface de linhas de comando para executar comandos e se comunicar com o Docker Server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Interface gráfica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Habilitar virtualização na BIOS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Atualizar o WSL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9EBA1A-2C38-F742-BDAA-8081C8CE9C66}"/>
              </a:ext>
            </a:extLst>
          </p:cNvPr>
          <p:cNvSpPr txBox="1"/>
          <p:nvPr/>
        </p:nvSpPr>
        <p:spPr>
          <a:xfrm>
            <a:off x="0" y="5439236"/>
            <a:ext cx="6767682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8500">
              <a:spcBef>
                <a:spcPts val="600"/>
              </a:spcBef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Vamos conhecer o Docker Desktop</a:t>
            </a:r>
          </a:p>
        </p:txBody>
      </p:sp>
    </p:spTree>
    <p:extLst>
      <p:ext uri="{BB962C8B-B14F-4D97-AF65-F5344CB8AC3E}">
        <p14:creationId xmlns:p14="http://schemas.microsoft.com/office/powerpoint/2010/main" val="1082556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728</Words>
  <Application>Microsoft Office PowerPoint</Application>
  <PresentationFormat>Widescreen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Century Gothic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Henrique Delegrego</dc:creator>
  <cp:lastModifiedBy>Henrique Delegrego</cp:lastModifiedBy>
  <cp:revision>3</cp:revision>
  <dcterms:created xsi:type="dcterms:W3CDTF">2026-03-29T23:12:05Z</dcterms:created>
  <dcterms:modified xsi:type="dcterms:W3CDTF">2026-06-15T23:56:51Z</dcterms:modified>
</cp:coreProperties>
</file>