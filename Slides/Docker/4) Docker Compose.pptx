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2" r:id="rId4"/>
    <p:sldId id="293" r:id="rId5"/>
    <p:sldId id="294" r:id="rId6"/>
    <p:sldId id="29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35681-60B6-493F-BDF9-53B2D7893AE2}" v="26" dt="2026-06-28T02:30:0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5033" autoAdjust="0"/>
  </p:normalViewPr>
  <p:slideViewPr>
    <p:cSldViewPr snapToGrid="0">
      <p:cViewPr varScale="1">
        <p:scale>
          <a:sx n="60" d="100"/>
          <a:sy n="60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Delegrego" userId="dda1244064eddf32" providerId="LiveId" clId="{4F6E77E8-3C69-4679-AC7A-0553F3B62C20}"/>
    <pc:docChg chg="custSel addSld delSld modSld">
      <pc:chgData name="Henrique Delegrego" userId="dda1244064eddf32" providerId="LiveId" clId="{4F6E77E8-3C69-4679-AC7A-0553F3B62C20}" dt="2026-06-28T02:30:07.191" v="33"/>
      <pc:docMkLst>
        <pc:docMk/>
      </pc:docMkLst>
      <pc:sldChg chg="addSp modSp mod">
        <pc:chgData name="Henrique Delegrego" userId="dda1244064eddf32" providerId="LiveId" clId="{4F6E77E8-3C69-4679-AC7A-0553F3B62C20}" dt="2026-06-28T02:06:23.362" v="4" actId="22"/>
        <pc:sldMkLst>
          <pc:docMk/>
          <pc:sldMk cId="1652101634" sldId="256"/>
        </pc:sldMkLst>
        <pc:spChg chg="mod">
          <ac:chgData name="Henrique Delegrego" userId="dda1244064eddf32" providerId="LiveId" clId="{4F6E77E8-3C69-4679-AC7A-0553F3B62C20}" dt="2026-06-28T02:06:06.768" v="3" actId="14100"/>
          <ac:spMkLst>
            <pc:docMk/>
            <pc:sldMk cId="1652101634" sldId="256"/>
            <ac:spMk id="4" creationId="{7D71ADB2-39B8-1361-2F98-767788A4A80F}"/>
          </ac:spMkLst>
        </pc:spChg>
        <pc:picChg chg="add">
          <ac:chgData name="Henrique Delegrego" userId="dda1244064eddf32" providerId="LiveId" clId="{4F6E77E8-3C69-4679-AC7A-0553F3B62C20}" dt="2026-06-28T02:06:23.362" v="4" actId="22"/>
          <ac:picMkLst>
            <pc:docMk/>
            <pc:sldMk cId="1652101634" sldId="256"/>
            <ac:picMk id="3" creationId="{A305A71C-7789-C4CC-2585-BAB9B2A07C12}"/>
          </ac:picMkLst>
        </pc:picChg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3649831290" sldId="280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117627661" sldId="281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2967123101" sldId="282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851762440" sldId="283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1759587024" sldId="284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2594484661" sldId="285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2924426391" sldId="286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1004756910" sldId="287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48796454" sldId="288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225651710" sldId="289"/>
        </pc:sldMkLst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42994092" sldId="290"/>
        </pc:sldMkLst>
      </pc:sldChg>
      <pc:sldChg chg="addSp delSp modSp mod">
        <pc:chgData name="Henrique Delegrego" userId="dda1244064eddf32" providerId="LiveId" clId="{4F6E77E8-3C69-4679-AC7A-0553F3B62C20}" dt="2026-06-28T02:08:06.268" v="29" actId="22"/>
        <pc:sldMkLst>
          <pc:docMk/>
          <pc:sldMk cId="571025942" sldId="291"/>
        </pc:sldMkLst>
        <pc:spChg chg="add mod">
          <ac:chgData name="Henrique Delegrego" userId="dda1244064eddf32" providerId="LiveId" clId="{4F6E77E8-3C69-4679-AC7A-0553F3B62C20}" dt="2026-06-28T02:06:37.556" v="12"/>
          <ac:spMkLst>
            <pc:docMk/>
            <pc:sldMk cId="571025942" sldId="291"/>
            <ac:spMk id="2" creationId="{884CDC05-1481-45BA-0A53-12722940E29C}"/>
          </ac:spMkLst>
        </pc:spChg>
        <pc:spChg chg="add mod">
          <ac:chgData name="Henrique Delegrego" userId="dda1244064eddf32" providerId="LiveId" clId="{4F6E77E8-3C69-4679-AC7A-0553F3B62C20}" dt="2026-06-28T02:06:37.556" v="12"/>
          <ac:spMkLst>
            <pc:docMk/>
            <pc:sldMk cId="571025942" sldId="291"/>
            <ac:spMk id="3" creationId="{4F8C3ED0-632E-415D-9488-57E5A2C5C83F}"/>
          </ac:spMkLst>
        </pc:spChg>
        <pc:spChg chg="add mod">
          <ac:chgData name="Henrique Delegrego" userId="dda1244064eddf32" providerId="LiveId" clId="{4F6E77E8-3C69-4679-AC7A-0553F3B62C20}" dt="2026-06-28T02:06:39.643" v="13"/>
          <ac:spMkLst>
            <pc:docMk/>
            <pc:sldMk cId="571025942" sldId="291"/>
            <ac:spMk id="4" creationId="{B4EA4DFF-F5BD-CAB6-AB0A-F436D5ACB9DE}"/>
          </ac:spMkLst>
        </pc:spChg>
        <pc:spChg chg="add del mod">
          <ac:chgData name="Henrique Delegrego" userId="dda1244064eddf32" providerId="LiveId" clId="{4F6E77E8-3C69-4679-AC7A-0553F3B62C20}" dt="2026-06-28T02:08:06.123" v="28" actId="478"/>
          <ac:spMkLst>
            <pc:docMk/>
            <pc:sldMk cId="571025942" sldId="291"/>
            <ac:spMk id="5" creationId="{BC9AEB79-EBF6-1111-7982-FEEEA96F6668}"/>
          </ac:spMkLst>
        </pc:spChg>
        <pc:spChg chg="del">
          <ac:chgData name="Henrique Delegrego" userId="dda1244064eddf32" providerId="LiveId" clId="{4F6E77E8-3C69-4679-AC7A-0553F3B62C20}" dt="2026-06-28T02:06:32.514" v="6" actId="478"/>
          <ac:spMkLst>
            <pc:docMk/>
            <pc:sldMk cId="571025942" sldId="291"/>
            <ac:spMk id="6" creationId="{E033CFC7-39AF-75C5-9FA6-BE938EC1493B}"/>
          </ac:spMkLst>
        </pc:spChg>
        <pc:spChg chg="del">
          <ac:chgData name="Henrique Delegrego" userId="dda1244064eddf32" providerId="LiveId" clId="{4F6E77E8-3C69-4679-AC7A-0553F3B62C20}" dt="2026-06-28T02:06:32.514" v="6" actId="478"/>
          <ac:spMkLst>
            <pc:docMk/>
            <pc:sldMk cId="571025942" sldId="291"/>
            <ac:spMk id="7" creationId="{28F62421-A190-6A24-05F3-0847623F1378}"/>
          </ac:spMkLst>
        </pc:spChg>
        <pc:spChg chg="del">
          <ac:chgData name="Henrique Delegrego" userId="dda1244064eddf32" providerId="LiveId" clId="{4F6E77E8-3C69-4679-AC7A-0553F3B62C20}" dt="2026-06-28T02:06:32.514" v="6" actId="478"/>
          <ac:spMkLst>
            <pc:docMk/>
            <pc:sldMk cId="571025942" sldId="291"/>
            <ac:spMk id="8" creationId="{B90E196F-9162-5130-F5CB-E4636B423D44}"/>
          </ac:spMkLst>
        </pc:spChg>
        <pc:spChg chg="add mod">
          <ac:chgData name="Henrique Delegrego" userId="dda1244064eddf32" providerId="LiveId" clId="{4F6E77E8-3C69-4679-AC7A-0553F3B62C20}" dt="2026-06-28T02:06:39.649" v="14"/>
          <ac:spMkLst>
            <pc:docMk/>
            <pc:sldMk cId="571025942" sldId="291"/>
            <ac:spMk id="10" creationId="{0FFE7348-AEB8-2657-B110-341142A7F77B}"/>
          </ac:spMkLst>
        </pc:spChg>
        <pc:spChg chg="add mod">
          <ac:chgData name="Henrique Delegrego" userId="dda1244064eddf32" providerId="LiveId" clId="{4F6E77E8-3C69-4679-AC7A-0553F3B62C20}" dt="2026-06-28T02:06:39.649" v="14"/>
          <ac:spMkLst>
            <pc:docMk/>
            <pc:sldMk cId="571025942" sldId="291"/>
            <ac:spMk id="11" creationId="{6340457F-B62E-140A-CE76-5CA334DFA5F7}"/>
          </ac:spMkLst>
        </pc:spChg>
        <pc:spChg chg="add">
          <ac:chgData name="Henrique Delegrego" userId="dda1244064eddf32" providerId="LiveId" clId="{4F6E77E8-3C69-4679-AC7A-0553F3B62C20}" dt="2026-06-28T02:08:06.268" v="29" actId="22"/>
          <ac:spMkLst>
            <pc:docMk/>
            <pc:sldMk cId="571025942" sldId="291"/>
            <ac:spMk id="13" creationId="{9E74BF85-2CA1-F795-5219-C1348B64286B}"/>
          </ac:spMkLst>
        </pc:spChg>
        <pc:picChg chg="del">
          <ac:chgData name="Henrique Delegrego" userId="dda1244064eddf32" providerId="LiveId" clId="{4F6E77E8-3C69-4679-AC7A-0553F3B62C20}" dt="2026-06-28T02:06:32.514" v="6" actId="478"/>
          <ac:picMkLst>
            <pc:docMk/>
            <pc:sldMk cId="571025942" sldId="291"/>
            <ac:picMk id="9" creationId="{A5F627EB-33C3-31C0-FA95-99C6A4654EE8}"/>
          </ac:picMkLst>
        </pc:picChg>
      </pc:sldChg>
      <pc:sldChg chg="addSp modSp add">
        <pc:chgData name="Henrique Delegrego" userId="dda1244064eddf32" providerId="LiveId" clId="{4F6E77E8-3C69-4679-AC7A-0553F3B62C20}" dt="2026-06-28T02:06:42.853" v="17"/>
        <pc:sldMkLst>
          <pc:docMk/>
          <pc:sldMk cId="490301836" sldId="292"/>
        </pc:sldMkLst>
        <pc:spChg chg="add mod">
          <ac:chgData name="Henrique Delegrego" userId="dda1244064eddf32" providerId="LiveId" clId="{4F6E77E8-3C69-4679-AC7A-0553F3B62C20}" dt="2026-06-28T02:06:41.859" v="15"/>
          <ac:spMkLst>
            <pc:docMk/>
            <pc:sldMk cId="490301836" sldId="292"/>
            <ac:spMk id="2" creationId="{56EAB1B2-3879-A79C-1AB8-76C49420E8A4}"/>
          </ac:spMkLst>
        </pc:spChg>
        <pc:spChg chg="add mod">
          <ac:chgData name="Henrique Delegrego" userId="dda1244064eddf32" providerId="LiveId" clId="{4F6E77E8-3C69-4679-AC7A-0553F3B62C20}" dt="2026-06-28T02:06:41.859" v="15"/>
          <ac:spMkLst>
            <pc:docMk/>
            <pc:sldMk cId="490301836" sldId="292"/>
            <ac:spMk id="3" creationId="{BBC6401C-48F2-0D2C-353F-E13FA48EA227}"/>
          </ac:spMkLst>
        </pc:spChg>
        <pc:spChg chg="add mod">
          <ac:chgData name="Henrique Delegrego" userId="dda1244064eddf32" providerId="LiveId" clId="{4F6E77E8-3C69-4679-AC7A-0553F3B62C20}" dt="2026-06-28T02:06:42.847" v="16"/>
          <ac:spMkLst>
            <pc:docMk/>
            <pc:sldMk cId="490301836" sldId="292"/>
            <ac:spMk id="4" creationId="{A11ACBFE-EA83-AE29-7308-F395863BF642}"/>
          </ac:spMkLst>
        </pc:spChg>
        <pc:spChg chg="add mod">
          <ac:chgData name="Henrique Delegrego" userId="dda1244064eddf32" providerId="LiveId" clId="{4F6E77E8-3C69-4679-AC7A-0553F3B62C20}" dt="2026-06-28T02:06:42.853" v="17"/>
          <ac:spMkLst>
            <pc:docMk/>
            <pc:sldMk cId="490301836" sldId="292"/>
            <ac:spMk id="6" creationId="{0CBD424E-02C6-3408-7BF4-3702B91516C8}"/>
          </ac:spMkLst>
        </pc:spChg>
        <pc:spChg chg="add mod">
          <ac:chgData name="Henrique Delegrego" userId="dda1244064eddf32" providerId="LiveId" clId="{4F6E77E8-3C69-4679-AC7A-0553F3B62C20}" dt="2026-06-28T02:06:42.853" v="17"/>
          <ac:spMkLst>
            <pc:docMk/>
            <pc:sldMk cId="490301836" sldId="292"/>
            <ac:spMk id="7" creationId="{E6E0565E-936F-33BA-AA58-9D49F1970FBC}"/>
          </ac:spMkLst>
        </pc:spChg>
        <pc:spChg chg="add mod">
          <ac:chgData name="Henrique Delegrego" userId="dda1244064eddf32" providerId="LiveId" clId="{4F6E77E8-3C69-4679-AC7A-0553F3B62C20}" dt="2026-06-28T02:06:42.853" v="17"/>
          <ac:spMkLst>
            <pc:docMk/>
            <pc:sldMk cId="490301836" sldId="292"/>
            <ac:spMk id="8" creationId="{816F5E73-4F93-D220-EC3F-6206B67ED119}"/>
          </ac:spMkLst>
        </pc:spChg>
        <pc:picChg chg="add mod">
          <ac:chgData name="Henrique Delegrego" userId="dda1244064eddf32" providerId="LiveId" clId="{4F6E77E8-3C69-4679-AC7A-0553F3B62C20}" dt="2026-06-28T02:06:41.859" v="15"/>
          <ac:picMkLst>
            <pc:docMk/>
            <pc:sldMk cId="490301836" sldId="292"/>
            <ac:picMk id="5" creationId="{5CD5DB74-A969-D168-65B9-5CBDBE0366E6}"/>
          </ac:picMkLst>
        </pc:picChg>
        <pc:picChg chg="add mod">
          <ac:chgData name="Henrique Delegrego" userId="dda1244064eddf32" providerId="LiveId" clId="{4F6E77E8-3C69-4679-AC7A-0553F3B62C20}" dt="2026-06-28T02:06:42.853" v="17"/>
          <ac:picMkLst>
            <pc:docMk/>
            <pc:sldMk cId="490301836" sldId="292"/>
            <ac:picMk id="9" creationId="{7625E8EB-4CFA-93B8-FAB3-D14DBF258286}"/>
          </ac:picMkLst>
        </pc:picChg>
      </pc:sldChg>
      <pc:sldChg chg="del">
        <pc:chgData name="Henrique Delegrego" userId="dda1244064eddf32" providerId="LiveId" clId="{4F6E77E8-3C69-4679-AC7A-0553F3B62C20}" dt="2026-06-28T02:06:30.051" v="5" actId="47"/>
        <pc:sldMkLst>
          <pc:docMk/>
          <pc:sldMk cId="3190405000" sldId="292"/>
        </pc:sldMkLst>
      </pc:sldChg>
      <pc:sldChg chg="addSp delSp modSp add mod delAnim modAnim">
        <pc:chgData name="Henrique Delegrego" userId="dda1244064eddf32" providerId="LiveId" clId="{4F6E77E8-3C69-4679-AC7A-0553F3B62C20}" dt="2026-06-28T02:30:07.191" v="33"/>
        <pc:sldMkLst>
          <pc:docMk/>
          <pc:sldMk cId="3073746121" sldId="293"/>
        </pc:sldMkLst>
        <pc:spChg chg="add mod">
          <ac:chgData name="Henrique Delegrego" userId="dda1244064eddf32" providerId="LiveId" clId="{4F6E77E8-3C69-4679-AC7A-0553F3B62C20}" dt="2026-06-28T02:06:44.531" v="18"/>
          <ac:spMkLst>
            <pc:docMk/>
            <pc:sldMk cId="3073746121" sldId="293"/>
            <ac:spMk id="2" creationId="{7E843D8D-C097-728A-A87F-6E4E7A7E584B}"/>
          </ac:spMkLst>
        </pc:spChg>
        <pc:spChg chg="add mod">
          <ac:chgData name="Henrique Delegrego" userId="dda1244064eddf32" providerId="LiveId" clId="{4F6E77E8-3C69-4679-AC7A-0553F3B62C20}" dt="2026-06-28T02:06:44.531" v="18"/>
          <ac:spMkLst>
            <pc:docMk/>
            <pc:sldMk cId="3073746121" sldId="293"/>
            <ac:spMk id="3" creationId="{D04C5650-9E09-BEB3-364F-70754A36CD9E}"/>
          </ac:spMkLst>
        </pc:spChg>
        <pc:spChg chg="add mod">
          <ac:chgData name="Henrique Delegrego" userId="dda1244064eddf32" providerId="LiveId" clId="{4F6E77E8-3C69-4679-AC7A-0553F3B62C20}" dt="2026-06-28T02:06:45.467" v="19"/>
          <ac:spMkLst>
            <pc:docMk/>
            <pc:sldMk cId="3073746121" sldId="293"/>
            <ac:spMk id="4" creationId="{C01BC37A-60A0-8901-E760-82346A3A7158}"/>
          </ac:spMkLst>
        </pc:spChg>
        <pc:spChg chg="add mod">
          <ac:chgData name="Henrique Delegrego" userId="dda1244064eddf32" providerId="LiveId" clId="{4F6E77E8-3C69-4679-AC7A-0553F3B62C20}" dt="2026-06-28T02:06:44.531" v="18"/>
          <ac:spMkLst>
            <pc:docMk/>
            <pc:sldMk cId="3073746121" sldId="293"/>
            <ac:spMk id="5" creationId="{891C5F47-7549-A51B-526D-E0947F420F3A}"/>
          </ac:spMkLst>
        </pc:spChg>
        <pc:spChg chg="add mod">
          <ac:chgData name="Henrique Delegrego" userId="dda1244064eddf32" providerId="LiveId" clId="{4F6E77E8-3C69-4679-AC7A-0553F3B62C20}" dt="2026-06-28T02:06:44.531" v="18"/>
          <ac:spMkLst>
            <pc:docMk/>
            <pc:sldMk cId="3073746121" sldId="293"/>
            <ac:spMk id="6" creationId="{D1FD1391-8523-EEF1-4A02-74B25FE8D33B}"/>
          </ac:spMkLst>
        </pc:spChg>
        <pc:spChg chg="add mod">
          <ac:chgData name="Henrique Delegrego" userId="dda1244064eddf32" providerId="LiveId" clId="{4F6E77E8-3C69-4679-AC7A-0553F3B62C20}" dt="2026-06-28T02:06:44.531" v="18"/>
          <ac:spMkLst>
            <pc:docMk/>
            <pc:sldMk cId="3073746121" sldId="293"/>
            <ac:spMk id="9" creationId="{55B0930B-3D23-A448-FB0D-7EBD057660E3}"/>
          </ac:spMkLst>
        </pc:spChg>
        <pc:spChg chg="add del mod">
          <ac:chgData name="Henrique Delegrego" userId="dda1244064eddf32" providerId="LiveId" clId="{4F6E77E8-3C69-4679-AC7A-0553F3B62C20}" dt="2026-06-28T02:30:05.788" v="30" actId="478"/>
          <ac:spMkLst>
            <pc:docMk/>
            <pc:sldMk cId="3073746121" sldId="293"/>
            <ac:spMk id="10" creationId="{0DC803B3-494C-7AF9-2109-3DB51401ADAF}"/>
          </ac:spMkLst>
        </pc:spChg>
        <pc:spChg chg="add del mod">
          <ac:chgData name="Henrique Delegrego" userId="dda1244064eddf32" providerId="LiveId" clId="{4F6E77E8-3C69-4679-AC7A-0553F3B62C20}" dt="2026-06-28T02:30:05.788" v="30" actId="478"/>
          <ac:spMkLst>
            <pc:docMk/>
            <pc:sldMk cId="3073746121" sldId="293"/>
            <ac:spMk id="11" creationId="{CD049D50-5E97-1FF6-1134-F08B984C5C2D}"/>
          </ac:spMkLst>
        </pc:spChg>
        <pc:spChg chg="add del mod">
          <ac:chgData name="Henrique Delegrego" userId="dda1244064eddf32" providerId="LiveId" clId="{4F6E77E8-3C69-4679-AC7A-0553F3B62C20}" dt="2026-06-28T02:30:05.788" v="30" actId="478"/>
          <ac:spMkLst>
            <pc:docMk/>
            <pc:sldMk cId="3073746121" sldId="293"/>
            <ac:spMk id="12" creationId="{E192EB37-D756-EC68-946B-A2A9D23680AA}"/>
          </ac:spMkLst>
        </pc:spChg>
        <pc:spChg chg="add del mod">
          <ac:chgData name="Henrique Delegrego" userId="dda1244064eddf32" providerId="LiveId" clId="{4F6E77E8-3C69-4679-AC7A-0553F3B62C20}" dt="2026-06-28T02:30:05.788" v="30" actId="478"/>
          <ac:spMkLst>
            <pc:docMk/>
            <pc:sldMk cId="3073746121" sldId="293"/>
            <ac:spMk id="13" creationId="{4AD9FA68-7B2D-8A78-B390-28A5DE2B0D69}"/>
          </ac:spMkLst>
        </pc:spChg>
        <pc:spChg chg="add del mod">
          <ac:chgData name="Henrique Delegrego" userId="dda1244064eddf32" providerId="LiveId" clId="{4F6E77E8-3C69-4679-AC7A-0553F3B62C20}" dt="2026-06-28T02:30:05.788" v="30" actId="478"/>
          <ac:spMkLst>
            <pc:docMk/>
            <pc:sldMk cId="3073746121" sldId="293"/>
            <ac:spMk id="14" creationId="{A24EBB32-FD34-E5F5-BB29-F12428312BC5}"/>
          </ac:spMkLst>
        </pc:spChg>
        <pc:spChg chg="add del mod">
          <ac:chgData name="Henrique Delegrego" userId="dda1244064eddf32" providerId="LiveId" clId="{4F6E77E8-3C69-4679-AC7A-0553F3B62C20}" dt="2026-06-28T02:30:05.788" v="30" actId="478"/>
          <ac:spMkLst>
            <pc:docMk/>
            <pc:sldMk cId="3073746121" sldId="293"/>
            <ac:spMk id="17" creationId="{1531F941-CF52-53AD-1CDE-4E2A5C659E1B}"/>
          </ac:spMkLst>
        </pc:spChg>
        <pc:spChg chg="add mod">
          <ac:chgData name="Henrique Delegrego" userId="dda1244064eddf32" providerId="LiveId" clId="{4F6E77E8-3C69-4679-AC7A-0553F3B62C20}" dt="2026-06-28T02:30:06.208" v="31"/>
          <ac:spMkLst>
            <pc:docMk/>
            <pc:sldMk cId="3073746121" sldId="293"/>
            <ac:spMk id="18" creationId="{ED8FAF74-6C3D-4071-3F66-14A61955E14C}"/>
          </ac:spMkLst>
        </pc:spChg>
        <pc:spChg chg="add mod">
          <ac:chgData name="Henrique Delegrego" userId="dda1244064eddf32" providerId="LiveId" clId="{4F6E77E8-3C69-4679-AC7A-0553F3B62C20}" dt="2026-06-28T02:30:06.208" v="31"/>
          <ac:spMkLst>
            <pc:docMk/>
            <pc:sldMk cId="3073746121" sldId="293"/>
            <ac:spMk id="19" creationId="{D8E4C6B8-192E-B62D-D97D-668DF6A3E48A}"/>
          </ac:spMkLst>
        </pc:spChg>
        <pc:spChg chg="add mod">
          <ac:chgData name="Henrique Delegrego" userId="dda1244064eddf32" providerId="LiveId" clId="{4F6E77E8-3C69-4679-AC7A-0553F3B62C20}" dt="2026-06-28T02:30:07.186" v="32"/>
          <ac:spMkLst>
            <pc:docMk/>
            <pc:sldMk cId="3073746121" sldId="293"/>
            <ac:spMk id="20" creationId="{F728F4F8-7A82-7011-304D-C0094F3F7C8F}"/>
          </ac:spMkLst>
        </pc:spChg>
        <pc:spChg chg="add mod">
          <ac:chgData name="Henrique Delegrego" userId="dda1244064eddf32" providerId="LiveId" clId="{4F6E77E8-3C69-4679-AC7A-0553F3B62C20}" dt="2026-06-28T02:30:06.208" v="31"/>
          <ac:spMkLst>
            <pc:docMk/>
            <pc:sldMk cId="3073746121" sldId="293"/>
            <ac:spMk id="21" creationId="{F3B454DC-3516-0942-D56B-9C02B9E909B6}"/>
          </ac:spMkLst>
        </pc:spChg>
        <pc:spChg chg="add mod">
          <ac:chgData name="Henrique Delegrego" userId="dda1244064eddf32" providerId="LiveId" clId="{4F6E77E8-3C69-4679-AC7A-0553F3B62C20}" dt="2026-06-28T02:30:06.208" v="31"/>
          <ac:spMkLst>
            <pc:docMk/>
            <pc:sldMk cId="3073746121" sldId="293"/>
            <ac:spMk id="22" creationId="{27B0EE0A-319C-AF90-B2EE-44435129A85D}"/>
          </ac:spMkLst>
        </pc:spChg>
        <pc:spChg chg="add mod">
          <ac:chgData name="Henrique Delegrego" userId="dda1244064eddf32" providerId="LiveId" clId="{4F6E77E8-3C69-4679-AC7A-0553F3B62C20}" dt="2026-06-28T02:30:06.208" v="31"/>
          <ac:spMkLst>
            <pc:docMk/>
            <pc:sldMk cId="3073746121" sldId="293"/>
            <ac:spMk id="25" creationId="{7359D79D-0D8A-9B02-F5E8-756BB34105A6}"/>
          </ac:spMkLst>
        </pc:spChg>
        <pc:spChg chg="add mod">
          <ac:chgData name="Henrique Delegrego" userId="dda1244064eddf32" providerId="LiveId" clId="{4F6E77E8-3C69-4679-AC7A-0553F3B62C20}" dt="2026-06-28T02:30:07.191" v="33"/>
          <ac:spMkLst>
            <pc:docMk/>
            <pc:sldMk cId="3073746121" sldId="293"/>
            <ac:spMk id="26" creationId="{324D133F-1471-437D-948B-E1D9E44BFB8A}"/>
          </ac:spMkLst>
        </pc:spChg>
        <pc:spChg chg="add mod">
          <ac:chgData name="Henrique Delegrego" userId="dda1244064eddf32" providerId="LiveId" clId="{4F6E77E8-3C69-4679-AC7A-0553F3B62C20}" dt="2026-06-28T02:30:07.191" v="33"/>
          <ac:spMkLst>
            <pc:docMk/>
            <pc:sldMk cId="3073746121" sldId="293"/>
            <ac:spMk id="27" creationId="{980D6238-C8E9-302E-3D29-BE0B7599F903}"/>
          </ac:spMkLst>
        </pc:spChg>
        <pc:spChg chg="add mod">
          <ac:chgData name="Henrique Delegrego" userId="dda1244064eddf32" providerId="LiveId" clId="{4F6E77E8-3C69-4679-AC7A-0553F3B62C20}" dt="2026-06-28T02:30:07.191" v="33"/>
          <ac:spMkLst>
            <pc:docMk/>
            <pc:sldMk cId="3073746121" sldId="293"/>
            <ac:spMk id="28" creationId="{7798716D-C746-A51A-A16C-50A20214E5D5}"/>
          </ac:spMkLst>
        </pc:spChg>
        <pc:spChg chg="add mod">
          <ac:chgData name="Henrique Delegrego" userId="dda1244064eddf32" providerId="LiveId" clId="{4F6E77E8-3C69-4679-AC7A-0553F3B62C20}" dt="2026-06-28T02:30:07.191" v="33"/>
          <ac:spMkLst>
            <pc:docMk/>
            <pc:sldMk cId="3073746121" sldId="293"/>
            <ac:spMk id="29" creationId="{6F63D472-4EA1-6A0B-B6FC-47EF15953BA4}"/>
          </ac:spMkLst>
        </pc:spChg>
        <pc:spChg chg="add mod">
          <ac:chgData name="Henrique Delegrego" userId="dda1244064eddf32" providerId="LiveId" clId="{4F6E77E8-3C69-4679-AC7A-0553F3B62C20}" dt="2026-06-28T02:30:07.191" v="33"/>
          <ac:spMkLst>
            <pc:docMk/>
            <pc:sldMk cId="3073746121" sldId="293"/>
            <ac:spMk id="30" creationId="{A164303A-BB8B-7B16-867F-CBDDD7FE54B1}"/>
          </ac:spMkLst>
        </pc:spChg>
        <pc:spChg chg="add mod">
          <ac:chgData name="Henrique Delegrego" userId="dda1244064eddf32" providerId="LiveId" clId="{4F6E77E8-3C69-4679-AC7A-0553F3B62C20}" dt="2026-06-28T02:30:07.191" v="33"/>
          <ac:spMkLst>
            <pc:docMk/>
            <pc:sldMk cId="3073746121" sldId="293"/>
            <ac:spMk id="33" creationId="{9C3808E4-06FB-74C7-3729-379EF1BB403D}"/>
          </ac:spMkLst>
        </pc:spChg>
        <pc:picChg chg="add mod">
          <ac:chgData name="Henrique Delegrego" userId="dda1244064eddf32" providerId="LiveId" clId="{4F6E77E8-3C69-4679-AC7A-0553F3B62C20}" dt="2026-06-28T02:06:44.531" v="18"/>
          <ac:picMkLst>
            <pc:docMk/>
            <pc:sldMk cId="3073746121" sldId="293"/>
            <ac:picMk id="7" creationId="{C30616E2-8718-1688-DD2B-9DF7183D6F57}"/>
          </ac:picMkLst>
        </pc:picChg>
        <pc:picChg chg="add mod">
          <ac:chgData name="Henrique Delegrego" userId="dda1244064eddf32" providerId="LiveId" clId="{4F6E77E8-3C69-4679-AC7A-0553F3B62C20}" dt="2026-06-28T02:06:44.531" v="18"/>
          <ac:picMkLst>
            <pc:docMk/>
            <pc:sldMk cId="3073746121" sldId="293"/>
            <ac:picMk id="8" creationId="{0BB3556B-1FE7-8AAD-5E83-0A02701FEC1C}"/>
          </ac:picMkLst>
        </pc:picChg>
        <pc:picChg chg="add del mod">
          <ac:chgData name="Henrique Delegrego" userId="dda1244064eddf32" providerId="LiveId" clId="{4F6E77E8-3C69-4679-AC7A-0553F3B62C20}" dt="2026-06-28T02:30:05.788" v="30" actId="478"/>
          <ac:picMkLst>
            <pc:docMk/>
            <pc:sldMk cId="3073746121" sldId="293"/>
            <ac:picMk id="15" creationId="{A0C5126A-991E-128E-28F8-193EDD67E770}"/>
          </ac:picMkLst>
        </pc:picChg>
        <pc:picChg chg="add del mod">
          <ac:chgData name="Henrique Delegrego" userId="dda1244064eddf32" providerId="LiveId" clId="{4F6E77E8-3C69-4679-AC7A-0553F3B62C20}" dt="2026-06-28T02:30:05.788" v="30" actId="478"/>
          <ac:picMkLst>
            <pc:docMk/>
            <pc:sldMk cId="3073746121" sldId="293"/>
            <ac:picMk id="16" creationId="{BDF516FC-D8A6-83F1-65DD-FC5A37C02BD9}"/>
          </ac:picMkLst>
        </pc:picChg>
        <pc:picChg chg="add mod">
          <ac:chgData name="Henrique Delegrego" userId="dda1244064eddf32" providerId="LiveId" clId="{4F6E77E8-3C69-4679-AC7A-0553F3B62C20}" dt="2026-06-28T02:30:06.208" v="31"/>
          <ac:picMkLst>
            <pc:docMk/>
            <pc:sldMk cId="3073746121" sldId="293"/>
            <ac:picMk id="23" creationId="{DB81E03A-C0A9-8754-C2A9-539773C1F79C}"/>
          </ac:picMkLst>
        </pc:picChg>
        <pc:picChg chg="add mod">
          <ac:chgData name="Henrique Delegrego" userId="dda1244064eddf32" providerId="LiveId" clId="{4F6E77E8-3C69-4679-AC7A-0553F3B62C20}" dt="2026-06-28T02:30:06.208" v="31"/>
          <ac:picMkLst>
            <pc:docMk/>
            <pc:sldMk cId="3073746121" sldId="293"/>
            <ac:picMk id="24" creationId="{317C79E2-11C9-06BC-BABE-A7EBB3FDDB32}"/>
          </ac:picMkLst>
        </pc:picChg>
        <pc:picChg chg="add mod">
          <ac:chgData name="Henrique Delegrego" userId="dda1244064eddf32" providerId="LiveId" clId="{4F6E77E8-3C69-4679-AC7A-0553F3B62C20}" dt="2026-06-28T02:30:07.191" v="33"/>
          <ac:picMkLst>
            <pc:docMk/>
            <pc:sldMk cId="3073746121" sldId="293"/>
            <ac:picMk id="31" creationId="{29B11378-20ED-D63D-F77D-930BA0350FB2}"/>
          </ac:picMkLst>
        </pc:picChg>
        <pc:picChg chg="add mod">
          <ac:chgData name="Henrique Delegrego" userId="dda1244064eddf32" providerId="LiveId" clId="{4F6E77E8-3C69-4679-AC7A-0553F3B62C20}" dt="2026-06-28T02:30:07.191" v="33"/>
          <ac:picMkLst>
            <pc:docMk/>
            <pc:sldMk cId="3073746121" sldId="293"/>
            <ac:picMk id="32" creationId="{F52AC4AC-EF8D-B12F-4D08-26BA72A5D3BE}"/>
          </ac:picMkLst>
        </pc:picChg>
      </pc:sldChg>
      <pc:sldChg chg="addSp modSp add modAnim">
        <pc:chgData name="Henrique Delegrego" userId="dda1244064eddf32" providerId="LiveId" clId="{4F6E77E8-3C69-4679-AC7A-0553F3B62C20}" dt="2026-06-28T02:06:48.152" v="23"/>
        <pc:sldMkLst>
          <pc:docMk/>
          <pc:sldMk cId="2910383948" sldId="294"/>
        </pc:sldMkLst>
        <pc:spChg chg="add mod">
          <ac:chgData name="Henrique Delegrego" userId="dda1244064eddf32" providerId="LiveId" clId="{4F6E77E8-3C69-4679-AC7A-0553F3B62C20}" dt="2026-06-28T02:06:47.240" v="21"/>
          <ac:spMkLst>
            <pc:docMk/>
            <pc:sldMk cId="2910383948" sldId="294"/>
            <ac:spMk id="2" creationId="{75712A0F-1840-F342-92B5-1F4ACF947C96}"/>
          </ac:spMkLst>
        </pc:spChg>
        <pc:spChg chg="add mod">
          <ac:chgData name="Henrique Delegrego" userId="dda1244064eddf32" providerId="LiveId" clId="{4F6E77E8-3C69-4679-AC7A-0553F3B62C20}" dt="2026-06-28T02:06:47.240" v="21"/>
          <ac:spMkLst>
            <pc:docMk/>
            <pc:sldMk cId="2910383948" sldId="294"/>
            <ac:spMk id="3" creationId="{841A43DF-9813-556C-7800-487F5B864B57}"/>
          </ac:spMkLst>
        </pc:spChg>
        <pc:spChg chg="add mod">
          <ac:chgData name="Henrique Delegrego" userId="dda1244064eddf32" providerId="LiveId" clId="{4F6E77E8-3C69-4679-AC7A-0553F3B62C20}" dt="2026-06-28T02:06:48.145" v="22"/>
          <ac:spMkLst>
            <pc:docMk/>
            <pc:sldMk cId="2910383948" sldId="294"/>
            <ac:spMk id="4" creationId="{A7320768-ED5E-3915-5659-F2DD604FFF5B}"/>
          </ac:spMkLst>
        </pc:spChg>
        <pc:spChg chg="add mod">
          <ac:chgData name="Henrique Delegrego" userId="dda1244064eddf32" providerId="LiveId" clId="{4F6E77E8-3C69-4679-AC7A-0553F3B62C20}" dt="2026-06-28T02:06:47.240" v="21"/>
          <ac:spMkLst>
            <pc:docMk/>
            <pc:sldMk cId="2910383948" sldId="294"/>
            <ac:spMk id="6" creationId="{1B1FA921-20E0-5A97-4A10-52571F85A7B8}"/>
          </ac:spMkLst>
        </pc:spChg>
        <pc:spChg chg="add mod">
          <ac:chgData name="Henrique Delegrego" userId="dda1244064eddf32" providerId="LiveId" clId="{4F6E77E8-3C69-4679-AC7A-0553F3B62C20}" dt="2026-06-28T02:06:47.240" v="21"/>
          <ac:spMkLst>
            <pc:docMk/>
            <pc:sldMk cId="2910383948" sldId="294"/>
            <ac:spMk id="7" creationId="{CF69E9EE-B51C-67DC-242B-83E29B7EA936}"/>
          </ac:spMkLst>
        </pc:spChg>
        <pc:spChg chg="add mod">
          <ac:chgData name="Henrique Delegrego" userId="dda1244064eddf32" providerId="LiveId" clId="{4F6E77E8-3C69-4679-AC7A-0553F3B62C20}" dt="2026-06-28T02:06:48.152" v="23"/>
          <ac:spMkLst>
            <pc:docMk/>
            <pc:sldMk cId="2910383948" sldId="294"/>
            <ac:spMk id="9" creationId="{43970AEE-03D2-DB7A-9782-436904535161}"/>
          </ac:spMkLst>
        </pc:spChg>
        <pc:spChg chg="add mod">
          <ac:chgData name="Henrique Delegrego" userId="dda1244064eddf32" providerId="LiveId" clId="{4F6E77E8-3C69-4679-AC7A-0553F3B62C20}" dt="2026-06-28T02:06:48.152" v="23"/>
          <ac:spMkLst>
            <pc:docMk/>
            <pc:sldMk cId="2910383948" sldId="294"/>
            <ac:spMk id="10" creationId="{9EC64DA1-872B-CBEA-0356-9A1CAF82B7AA}"/>
          </ac:spMkLst>
        </pc:spChg>
        <pc:spChg chg="add mod">
          <ac:chgData name="Henrique Delegrego" userId="dda1244064eddf32" providerId="LiveId" clId="{4F6E77E8-3C69-4679-AC7A-0553F3B62C20}" dt="2026-06-28T02:06:48.152" v="23"/>
          <ac:spMkLst>
            <pc:docMk/>
            <pc:sldMk cId="2910383948" sldId="294"/>
            <ac:spMk id="11" creationId="{483C5271-278C-6E42-343F-22D8454D9938}"/>
          </ac:spMkLst>
        </pc:spChg>
        <pc:spChg chg="add mod">
          <ac:chgData name="Henrique Delegrego" userId="dda1244064eddf32" providerId="LiveId" clId="{4F6E77E8-3C69-4679-AC7A-0553F3B62C20}" dt="2026-06-28T02:06:48.152" v="23"/>
          <ac:spMkLst>
            <pc:docMk/>
            <pc:sldMk cId="2910383948" sldId="294"/>
            <ac:spMk id="13" creationId="{D9A48033-47BD-6328-2313-36978AB33C19}"/>
          </ac:spMkLst>
        </pc:spChg>
        <pc:spChg chg="add mod">
          <ac:chgData name="Henrique Delegrego" userId="dda1244064eddf32" providerId="LiveId" clId="{4F6E77E8-3C69-4679-AC7A-0553F3B62C20}" dt="2026-06-28T02:06:48.152" v="23"/>
          <ac:spMkLst>
            <pc:docMk/>
            <pc:sldMk cId="2910383948" sldId="294"/>
            <ac:spMk id="14" creationId="{09EBC5A8-3B28-A7E1-8B00-1AE65258A8C5}"/>
          </ac:spMkLst>
        </pc:spChg>
        <pc:picChg chg="add mod">
          <ac:chgData name="Henrique Delegrego" userId="dda1244064eddf32" providerId="LiveId" clId="{4F6E77E8-3C69-4679-AC7A-0553F3B62C20}" dt="2026-06-28T02:06:47.240" v="21"/>
          <ac:picMkLst>
            <pc:docMk/>
            <pc:sldMk cId="2910383948" sldId="294"/>
            <ac:picMk id="5" creationId="{A5E80766-BAED-C3D9-AC01-45C93B62BBE7}"/>
          </ac:picMkLst>
        </pc:picChg>
        <pc:picChg chg="add mod">
          <ac:chgData name="Henrique Delegrego" userId="dda1244064eddf32" providerId="LiveId" clId="{4F6E77E8-3C69-4679-AC7A-0553F3B62C20}" dt="2026-06-28T02:06:47.240" v="21"/>
          <ac:picMkLst>
            <pc:docMk/>
            <pc:sldMk cId="2910383948" sldId="294"/>
            <ac:picMk id="8" creationId="{A76F445E-E9F4-663E-2FA9-BBBD02F8B327}"/>
          </ac:picMkLst>
        </pc:picChg>
        <pc:picChg chg="add mod">
          <ac:chgData name="Henrique Delegrego" userId="dda1244064eddf32" providerId="LiveId" clId="{4F6E77E8-3C69-4679-AC7A-0553F3B62C20}" dt="2026-06-28T02:06:48.152" v="23"/>
          <ac:picMkLst>
            <pc:docMk/>
            <pc:sldMk cId="2910383948" sldId="294"/>
            <ac:picMk id="12" creationId="{95C1B5D3-E654-1AE3-C11A-381C7AC9B39B}"/>
          </ac:picMkLst>
        </pc:picChg>
        <pc:picChg chg="add mod">
          <ac:chgData name="Henrique Delegrego" userId="dda1244064eddf32" providerId="LiveId" clId="{4F6E77E8-3C69-4679-AC7A-0553F3B62C20}" dt="2026-06-28T02:06:48.152" v="23"/>
          <ac:picMkLst>
            <pc:docMk/>
            <pc:sldMk cId="2910383948" sldId="294"/>
            <ac:picMk id="15" creationId="{FEF7D36E-EB0D-6C77-CDC1-DBEAEE4E5BA8}"/>
          </ac:picMkLst>
        </pc:picChg>
      </pc:sldChg>
      <pc:sldChg chg="addSp modSp add modAnim">
        <pc:chgData name="Henrique Delegrego" userId="dda1244064eddf32" providerId="LiveId" clId="{4F6E77E8-3C69-4679-AC7A-0553F3B62C20}" dt="2026-06-28T02:06:51.017" v="26"/>
        <pc:sldMkLst>
          <pc:docMk/>
          <pc:sldMk cId="675644037" sldId="295"/>
        </pc:sldMkLst>
        <pc:spChg chg="add mod">
          <ac:chgData name="Henrique Delegrego" userId="dda1244064eddf32" providerId="LiveId" clId="{4F6E77E8-3C69-4679-AC7A-0553F3B62C20}" dt="2026-06-28T02:06:50.105" v="24"/>
          <ac:spMkLst>
            <pc:docMk/>
            <pc:sldMk cId="675644037" sldId="295"/>
            <ac:spMk id="2" creationId="{906EE446-23F0-1069-0EEA-349F4BC5A8A1}"/>
          </ac:spMkLst>
        </pc:spChg>
        <pc:spChg chg="add mod">
          <ac:chgData name="Henrique Delegrego" userId="dda1244064eddf32" providerId="LiveId" clId="{4F6E77E8-3C69-4679-AC7A-0553F3B62C20}" dt="2026-06-28T02:06:51.011" v="25"/>
          <ac:spMkLst>
            <pc:docMk/>
            <pc:sldMk cId="675644037" sldId="295"/>
            <ac:spMk id="3" creationId="{069BEE24-A892-246F-D2F4-8CFCD88ABD32}"/>
          </ac:spMkLst>
        </pc:spChg>
        <pc:spChg chg="add mod">
          <ac:chgData name="Henrique Delegrego" userId="dda1244064eddf32" providerId="LiveId" clId="{4F6E77E8-3C69-4679-AC7A-0553F3B62C20}" dt="2026-06-28T02:06:50.105" v="24"/>
          <ac:spMkLst>
            <pc:docMk/>
            <pc:sldMk cId="675644037" sldId="295"/>
            <ac:spMk id="4" creationId="{861AEB49-3B8D-2041-512F-C32B1C2D5CA1}"/>
          </ac:spMkLst>
        </pc:spChg>
        <pc:spChg chg="add mod">
          <ac:chgData name="Henrique Delegrego" userId="dda1244064eddf32" providerId="LiveId" clId="{4F6E77E8-3C69-4679-AC7A-0553F3B62C20}" dt="2026-06-28T02:06:50.105" v="24"/>
          <ac:spMkLst>
            <pc:docMk/>
            <pc:sldMk cId="675644037" sldId="295"/>
            <ac:spMk id="6" creationId="{69897CDC-A860-B2D3-AF80-D8239BC32B8C}"/>
          </ac:spMkLst>
        </pc:spChg>
        <pc:spChg chg="add mod">
          <ac:chgData name="Henrique Delegrego" userId="dda1244064eddf32" providerId="LiveId" clId="{4F6E77E8-3C69-4679-AC7A-0553F3B62C20}" dt="2026-06-28T02:06:51.017" v="26"/>
          <ac:spMkLst>
            <pc:docMk/>
            <pc:sldMk cId="675644037" sldId="295"/>
            <ac:spMk id="7" creationId="{D431A795-206C-CAB4-446C-A90EF3B3D19D}"/>
          </ac:spMkLst>
        </pc:spChg>
        <pc:spChg chg="add mod">
          <ac:chgData name="Henrique Delegrego" userId="dda1244064eddf32" providerId="LiveId" clId="{4F6E77E8-3C69-4679-AC7A-0553F3B62C20}" dt="2026-06-28T02:06:51.017" v="26"/>
          <ac:spMkLst>
            <pc:docMk/>
            <pc:sldMk cId="675644037" sldId="295"/>
            <ac:spMk id="8" creationId="{7D42079B-924B-C58F-BE4F-DB4F21E8CAA9}"/>
          </ac:spMkLst>
        </pc:spChg>
        <pc:spChg chg="add mod">
          <ac:chgData name="Henrique Delegrego" userId="dda1244064eddf32" providerId="LiveId" clId="{4F6E77E8-3C69-4679-AC7A-0553F3B62C20}" dt="2026-06-28T02:06:51.017" v="26"/>
          <ac:spMkLst>
            <pc:docMk/>
            <pc:sldMk cId="675644037" sldId="295"/>
            <ac:spMk id="9" creationId="{79F6CD0F-A898-00C1-8D41-87DB50DB6E2E}"/>
          </ac:spMkLst>
        </pc:spChg>
        <pc:spChg chg="add mod">
          <ac:chgData name="Henrique Delegrego" userId="dda1244064eddf32" providerId="LiveId" clId="{4F6E77E8-3C69-4679-AC7A-0553F3B62C20}" dt="2026-06-28T02:06:51.017" v="26"/>
          <ac:spMkLst>
            <pc:docMk/>
            <pc:sldMk cId="675644037" sldId="295"/>
            <ac:spMk id="11" creationId="{25CAA918-13EA-F838-C5B2-20762411CE2B}"/>
          </ac:spMkLst>
        </pc:spChg>
        <pc:picChg chg="add mod">
          <ac:chgData name="Henrique Delegrego" userId="dda1244064eddf32" providerId="LiveId" clId="{4F6E77E8-3C69-4679-AC7A-0553F3B62C20}" dt="2026-06-28T02:06:50.105" v="24"/>
          <ac:picMkLst>
            <pc:docMk/>
            <pc:sldMk cId="675644037" sldId="295"/>
            <ac:picMk id="5" creationId="{4F27C56C-0D1C-CE33-6752-3480ED127CC2}"/>
          </ac:picMkLst>
        </pc:picChg>
        <pc:picChg chg="add mod">
          <ac:chgData name="Henrique Delegrego" userId="dda1244064eddf32" providerId="LiveId" clId="{4F6E77E8-3C69-4679-AC7A-0553F3B62C20}" dt="2026-06-28T02:06:51.017" v="26"/>
          <ac:picMkLst>
            <pc:docMk/>
            <pc:sldMk cId="675644037" sldId="295"/>
            <ac:picMk id="10" creationId="{FFC8CCA3-BC89-D6D2-7020-B8581F5D7F1A}"/>
          </ac:picMkLst>
        </pc:picChg>
      </pc:sldChg>
      <pc:sldChg chg="add del">
        <pc:chgData name="Henrique Delegrego" userId="dda1244064eddf32" providerId="LiveId" clId="{4F6E77E8-3C69-4679-AC7A-0553F3B62C20}" dt="2026-06-28T02:06:53.088" v="27" actId="47"/>
        <pc:sldMkLst>
          <pc:docMk/>
          <pc:sldMk cId="1424420609" sldId="296"/>
        </pc:sldMkLst>
      </pc:sldChg>
    </pc:docChg>
  </pc:docChgLst>
  <pc:docChgLst>
    <pc:chgData name="Henrique Delegrego" userId="dda1244064eddf32" providerId="LiveId" clId="{CA81531F-D70F-4CDC-8D07-A71328B36680}"/>
    <pc:docChg chg="undo custSel addSld delSld modSld">
      <pc:chgData name="Henrique Delegrego" userId="dda1244064eddf32" providerId="LiveId" clId="{CA81531F-D70F-4CDC-8D07-A71328B36680}" dt="2026-06-16T00:02:42.029" v="64"/>
      <pc:docMkLst>
        <pc:docMk/>
      </pc:docMkLst>
      <pc:sldChg chg="modSp mod">
        <pc:chgData name="Henrique Delegrego" userId="dda1244064eddf32" providerId="LiveId" clId="{CA81531F-D70F-4CDC-8D07-A71328B36680}" dt="2026-06-16T00:01:33.791" v="9" actId="14100"/>
        <pc:sldMkLst>
          <pc:docMk/>
          <pc:sldMk cId="1652101634" sldId="256"/>
        </pc:sldMkLst>
        <pc:spChg chg="mod">
          <ac:chgData name="Henrique Delegrego" userId="dda1244064eddf32" providerId="LiveId" clId="{CA81531F-D70F-4CDC-8D07-A71328B36680}" dt="2026-06-16T00:01:33.791" v="9" actId="14100"/>
          <ac:spMkLst>
            <pc:docMk/>
            <pc:sldMk cId="1652101634" sldId="256"/>
            <ac:spMk id="4" creationId="{7D71ADB2-39B8-1361-2F98-767788A4A80F}"/>
          </ac:spMkLst>
        </pc:spChg>
      </pc:sldChg>
      <pc:sldChg chg="add">
        <pc:chgData name="Henrique Delegrego" userId="dda1244064eddf32" providerId="LiveId" clId="{CA81531F-D70F-4CDC-8D07-A71328B36680}" dt="2026-06-16T00:01:52.042" v="26"/>
        <pc:sldMkLst>
          <pc:docMk/>
          <pc:sldMk cId="571025942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EA4-6D85-77B6-9234-A9E4AF33F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45F33-6650-4F83-1EA0-969EC3AB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42571-8E86-F1A9-CB0B-DE452401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8BD6-25B7-8443-3587-EFDC74DB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01C9-D03D-A2C4-D617-8D988ADE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9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5374-883C-B5F2-7741-06211A63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7C7E-F35F-153E-5BBF-257B6EED5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242B-77B6-263A-EDA9-DEF5E0D5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0106-5F7F-22A0-451C-F848D099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AC94-C646-5361-F554-096308F9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8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D1CA-3986-F800-2558-90ABA355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1ED7-5DF2-ECD2-E82C-D8E6650DD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C228-2ECF-A5C0-7D5C-6FDC6446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DB8D-0735-9E68-3A65-AC202598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4414-8A88-9CF0-22F9-E08831ED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8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BE73-3D1F-938F-7AD8-93191CC2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A556-C36B-CD71-006E-BB0803A41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18AC3-98EC-13BB-3EB2-AB26BB45A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6C7D-C2C5-B84C-878F-5866188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3286E-FDB7-3997-7FD4-8B8497CA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3A71C-D569-9BA6-E6FE-9E8E9812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7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C903-C74A-00FF-9405-2E468382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56092-9743-43BB-C1C0-1576C6837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A2160-E4D1-1188-1930-BBBCA732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91B48-0CC9-A095-6221-B7E7B8A5F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B3830-AF47-0B7E-ECEA-C07868717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55BEB-368B-3005-8E0F-AD13E60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70FBB-4F93-7578-85B9-41FAE785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C1177-EAD8-7C3B-69F4-DA07866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98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7639-1D23-AFA4-55CE-BF677261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3F047-8BE2-03D5-45B9-B4BF6EA3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2FFF6-5E25-153D-ED15-8FF5F97D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3B7DF-CE88-9898-7D69-B23F00BE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79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F0CBD-D560-7943-D98C-BDD6695D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64AF9-02DB-E764-0416-5565776E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B46AE-5078-8A1A-390A-EB34F0DA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61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222C-EA5A-D492-568C-675D5D5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236DE-1D90-8BC1-B0C7-0B40020E5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0E84B-AD28-A9F0-8275-F7068A887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EDE47-1217-13D7-BA07-736DC9A2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3696-4409-B246-8722-92EDEECE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65CF-EF58-67A4-2AB9-0DECBD12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20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8DFA-763D-CB69-5CC3-4606EFB2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D26B1-62E5-91B1-70DB-E72EA35A2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BA9FD-C53E-FAAE-D019-846E51CA9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D2D0E-021D-4538-00A0-482BF7ED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F7D24-37D7-3AF3-D471-4CBCF0F4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D41EF-E430-2AE0-EB08-3B46BB75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6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21B8-A298-D6DF-0294-185A4E9C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F777-7D80-C7A1-907A-10C0CDD62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0D364-F362-5162-2BC6-6BC686DF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0F82-90F2-B52B-4BDF-3F64447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5711C-5988-F215-6D55-8BC5273A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82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281B3-88EE-B8E6-0F78-189D1F3A6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AAAF4-A742-52BA-3B48-368B5D676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67E9A-CA66-A8A5-2B45-DFEB00E4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D131F-C19C-4DB8-103C-1B199A68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C4D3-9007-53B4-4379-940D198F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41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A5A8B-17B8-84EA-E15B-8F5D47A4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C61E-58BA-CB9D-9B47-AE91EDC9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AF0A-8505-72D4-D001-78515375B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DC6D-B80C-1496-926A-0C3AA420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60143-27A1-5ED8-79F4-75BAA74F9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09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86E878-BB73-3D04-121D-EA248AFD7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D71ADB2-39B8-1361-2F98-767788A4A80F}"/>
              </a:ext>
            </a:extLst>
          </p:cNvPr>
          <p:cNvSpPr txBox="1">
            <a:spLocks/>
          </p:cNvSpPr>
          <p:nvPr/>
        </p:nvSpPr>
        <p:spPr>
          <a:xfrm>
            <a:off x="3513221" y="1723406"/>
            <a:ext cx="5165558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560A06E-8533-D5E8-CC43-3C362EEF5054}"/>
              </a:ext>
            </a:extLst>
          </p:cNvPr>
          <p:cNvSpPr txBox="1">
            <a:spLocks/>
          </p:cNvSpPr>
          <p:nvPr/>
        </p:nvSpPr>
        <p:spPr>
          <a:xfrm>
            <a:off x="3073637" y="3990151"/>
            <a:ext cx="6044726" cy="5909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Professor: Henrique Delegrego</a:t>
            </a:r>
            <a:endParaRPr lang="pt-BR" sz="3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5A71C-7789-C4CC-2585-BAB9B2A07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238" y="5132475"/>
            <a:ext cx="1324098" cy="144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0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5DF2-A4D7-057D-AACF-EC09402E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63E272E-4D75-E797-63B2-071C0163C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0FFE7348-AEB8-2657-B110-341142A7F77B}"/>
              </a:ext>
            </a:extLst>
          </p:cNvPr>
          <p:cNvSpPr txBox="1">
            <a:spLocks/>
          </p:cNvSpPr>
          <p:nvPr/>
        </p:nvSpPr>
        <p:spPr>
          <a:xfrm>
            <a:off x="723084" y="1189200"/>
            <a:ext cx="160355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Introdução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6340457F-B62E-140A-CE76-5CA334DFA5F7}"/>
              </a:ext>
            </a:extLst>
          </p:cNvPr>
          <p:cNvSpPr txBox="1">
            <a:spLocks/>
          </p:cNvSpPr>
          <p:nvPr/>
        </p:nvSpPr>
        <p:spPr>
          <a:xfrm>
            <a:off x="4584192" y="209913"/>
            <a:ext cx="302361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74BF85-2CA1-F795-5219-C1348B64286B}"/>
              </a:ext>
            </a:extLst>
          </p:cNvPr>
          <p:cNvSpPr txBox="1"/>
          <p:nvPr/>
        </p:nvSpPr>
        <p:spPr>
          <a:xfrm>
            <a:off x="0" y="1933633"/>
            <a:ext cx="1191928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Ferramenta para definir e gerenciar aplicações Docker com múltiplos containers, coordenando a inicialização deles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Usado quando a aplicação precisa de múltiplos containers, como por exemplo: api, banco de dados, front-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end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caches, entre outros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Em vez de iniciar os containers um por um e os unir por uma rede manualmente, o Compose permite que você configure tudo em um único arquivo 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compose.yaml</a:t>
            </a:r>
            <a:endParaRPr lang="pt-B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Um arquivo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yaml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é um arquivo de configuração em texto simples que utiliza uma estrutura com indentação e pares chave-valor, para armazenar dados</a:t>
            </a:r>
          </a:p>
        </p:txBody>
      </p:sp>
    </p:spTree>
    <p:extLst>
      <p:ext uri="{BB962C8B-B14F-4D97-AF65-F5344CB8AC3E}">
        <p14:creationId xmlns:p14="http://schemas.microsoft.com/office/powerpoint/2010/main" val="57102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46F3-CA7C-33E9-50F7-17A07D0A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4732D6-EF55-2614-EDF2-E8AE954C4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BD424E-02C6-3408-7BF4-3702B91516C8}"/>
              </a:ext>
            </a:extLst>
          </p:cNvPr>
          <p:cNvSpPr txBox="1"/>
          <p:nvPr/>
        </p:nvSpPr>
        <p:spPr>
          <a:xfrm>
            <a:off x="0" y="1383615"/>
            <a:ext cx="1198880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Chave que define todos os containers que compõem a aplicação, identificados por nome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serviço representa um tipo de container (ou múltiplas instâncias desse tipo) e pode incluir instruções sobre: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 imagem usar, seja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pré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-construída (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ou como construí-la (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Portas a serem expostas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Variáveis de ambiente, segredos e configurações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Dependências em outros serviços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 para persistir ou compartilhar dados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Redes para se conectar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Políticas de reinicialização e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checks</a:t>
            </a: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6E0565E-936F-33BA-AA58-9D49F1970FBC}"/>
              </a:ext>
            </a:extLst>
          </p:cNvPr>
          <p:cNvSpPr txBox="1">
            <a:spLocks/>
          </p:cNvSpPr>
          <p:nvPr/>
        </p:nvSpPr>
        <p:spPr>
          <a:xfrm>
            <a:off x="740917" y="748174"/>
            <a:ext cx="121851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services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6F5E73-4F93-D220-EC3F-6206B67ED119}"/>
              </a:ext>
            </a:extLst>
          </p:cNvPr>
          <p:cNvSpPr txBox="1">
            <a:spLocks/>
          </p:cNvSpPr>
          <p:nvPr/>
        </p:nvSpPr>
        <p:spPr>
          <a:xfrm>
            <a:off x="4584192" y="209913"/>
            <a:ext cx="302361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25E8EB-4CFA-93B8-FAB3-D14DBF258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608" y="3538752"/>
            <a:ext cx="1409897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0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1E190-C7FC-36D6-BAD4-BF102FC3F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5BFC876-1543-3FD2-CD6A-A5D28CE15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24D133F-1471-437D-948B-E1D9E44BFB8A}"/>
              </a:ext>
            </a:extLst>
          </p:cNvPr>
          <p:cNvSpPr txBox="1"/>
          <p:nvPr/>
        </p:nvSpPr>
        <p:spPr>
          <a:xfrm>
            <a:off x="0" y="1171672"/>
            <a:ext cx="119888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Usado para construir uma imagem a partir de um Dockerfile como parte do processo de inicialização dos seus serviços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é utilizado para especificar o caminho até o Dockerfile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a imagem já existe localmente, ela é utilizada sem reconstruir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980D6238-C8E9-302E-3D29-BE0B7599F903}"/>
              </a:ext>
            </a:extLst>
          </p:cNvPr>
          <p:cNvSpPr txBox="1">
            <a:spLocks/>
          </p:cNvSpPr>
          <p:nvPr/>
        </p:nvSpPr>
        <p:spPr>
          <a:xfrm>
            <a:off x="712925" y="701520"/>
            <a:ext cx="82662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build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7798716D-C746-A51A-A16C-50A20214E5D5}"/>
              </a:ext>
            </a:extLst>
          </p:cNvPr>
          <p:cNvSpPr txBox="1">
            <a:spLocks/>
          </p:cNvSpPr>
          <p:nvPr/>
        </p:nvSpPr>
        <p:spPr>
          <a:xfrm>
            <a:off x="4584192" y="209913"/>
            <a:ext cx="302361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6F63D472-4EA1-6A0B-B6FC-47EF15953BA4}"/>
              </a:ext>
            </a:extLst>
          </p:cNvPr>
          <p:cNvSpPr txBox="1">
            <a:spLocks/>
          </p:cNvSpPr>
          <p:nvPr/>
        </p:nvSpPr>
        <p:spPr>
          <a:xfrm>
            <a:off x="740916" y="3082185"/>
            <a:ext cx="95725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64303A-BB8B-7B16-867F-CBDDD7FE54B1}"/>
              </a:ext>
            </a:extLst>
          </p:cNvPr>
          <p:cNvSpPr txBox="1"/>
          <p:nvPr/>
        </p:nvSpPr>
        <p:spPr>
          <a:xfrm>
            <a:off x="0" y="3647844"/>
            <a:ext cx="1026367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Usado para o Docker Compose pegar uma imagem do Docker Hub, em vez de construir uma localmente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a imagem já existe localmente, ela é utilizada sem reconstruir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9B11378-20ED-D63D-F77D-930BA0350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728" y="1844499"/>
            <a:ext cx="2750089" cy="8625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52AC4AC-EF8D-B12F-4D08-26BA72A5D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711" y="4592325"/>
            <a:ext cx="2908709" cy="6925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C3808E4-06FB-74C7-3729-379EF1BB403D}"/>
              </a:ext>
            </a:extLst>
          </p:cNvPr>
          <p:cNvSpPr txBox="1"/>
          <p:nvPr/>
        </p:nvSpPr>
        <p:spPr>
          <a:xfrm>
            <a:off x="0" y="5509796"/>
            <a:ext cx="446936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o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compose.yaml</a:t>
            </a: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74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9E18-7860-092D-502F-0957EBC7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12C5F57-EE75-4150-95F1-297CE6C7E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970AEE-03D2-DB7A-9782-436904535161}"/>
              </a:ext>
            </a:extLst>
          </p:cNvPr>
          <p:cNvSpPr txBox="1"/>
          <p:nvPr/>
        </p:nvSpPr>
        <p:spPr>
          <a:xfrm>
            <a:off x="0" y="1331709"/>
            <a:ext cx="1198880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como as portas de rede da sua máquina host são mapeadas (publicadas) para as portas expostas por um container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Necessário quando você deseja acessar um serviço em execução dentro de um container a partir de fora da rede Docker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EC64DA1-872B-CBEA-0356-9A1CAF82B7AA}"/>
              </a:ext>
            </a:extLst>
          </p:cNvPr>
          <p:cNvSpPr txBox="1">
            <a:spLocks/>
          </p:cNvSpPr>
          <p:nvPr/>
        </p:nvSpPr>
        <p:spPr>
          <a:xfrm>
            <a:off x="722255" y="865955"/>
            <a:ext cx="882609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ports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83C5271-278C-6E42-343F-22D8454D9938}"/>
              </a:ext>
            </a:extLst>
          </p:cNvPr>
          <p:cNvSpPr txBox="1">
            <a:spLocks/>
          </p:cNvSpPr>
          <p:nvPr/>
        </p:nvSpPr>
        <p:spPr>
          <a:xfrm>
            <a:off x="4584192" y="209913"/>
            <a:ext cx="302361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C1B5D3-E654-1AE3-C11A-381C7AC9B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729" y="2638977"/>
            <a:ext cx="2193189" cy="6786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A48033-47BD-6328-2313-36978AB33C19}"/>
              </a:ext>
            </a:extLst>
          </p:cNvPr>
          <p:cNvSpPr txBox="1"/>
          <p:nvPr/>
        </p:nvSpPr>
        <p:spPr>
          <a:xfrm>
            <a:off x="0" y="3999452"/>
            <a:ext cx="1198880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Usada para definir variáveis ​​de ambiente que estarão disponíveis dentro de um container quando ele for iniciado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Normalmente usada com credenciais de banco de dados, URLs de serviço, chaves de API, portas e flags de recursos que seu aplicativo precisa em tempo de execução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9EBC5A8-3B28-A7E1-8B00-1AE65258A8C5}"/>
              </a:ext>
            </a:extLst>
          </p:cNvPr>
          <p:cNvSpPr txBox="1">
            <a:spLocks/>
          </p:cNvSpPr>
          <p:nvPr/>
        </p:nvSpPr>
        <p:spPr>
          <a:xfrm>
            <a:off x="722255" y="3463540"/>
            <a:ext cx="183433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F7D36E-EB0D-6C77-CDC1-DBEAEE4E5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2880" y="5897628"/>
            <a:ext cx="3479895" cy="49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8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FC366-8244-D3CD-7F35-210C6E6C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89B583C-BE56-DACE-7CB2-8F9334DA7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D431A795-206C-CAB4-446C-A90EF3B3D19D}"/>
              </a:ext>
            </a:extLst>
          </p:cNvPr>
          <p:cNvSpPr txBox="1">
            <a:spLocks/>
          </p:cNvSpPr>
          <p:nvPr/>
        </p:nvSpPr>
        <p:spPr>
          <a:xfrm>
            <a:off x="694263" y="835004"/>
            <a:ext cx="184366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depends_on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D42079B-924B-C58F-BE4F-DB4F21E8CAA9}"/>
              </a:ext>
            </a:extLst>
          </p:cNvPr>
          <p:cNvSpPr txBox="1">
            <a:spLocks/>
          </p:cNvSpPr>
          <p:nvPr/>
        </p:nvSpPr>
        <p:spPr>
          <a:xfrm>
            <a:off x="4584192" y="209913"/>
            <a:ext cx="302361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Docker Compose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6CD0F-A898-00C1-8D41-87DB50DB6E2E}"/>
              </a:ext>
            </a:extLst>
          </p:cNvPr>
          <p:cNvSpPr txBox="1"/>
          <p:nvPr/>
        </p:nvSpPr>
        <p:spPr>
          <a:xfrm>
            <a:off x="0" y="1372277"/>
            <a:ext cx="119888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Usada para expressar a ordem de inicialização de dependências entre serviços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 ao Docker Compose que um serviço deve ser iniciado antes de outro, mas não espera que o serviço dependente esteja pronto, apenas que ele seja iniciado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C8CCA3-BC89-D6D2-7020-B8581F5D7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2589" y="2922563"/>
            <a:ext cx="2133898" cy="8383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CAA918-13EA-F838-C5B2-20762411CE2B}"/>
              </a:ext>
            </a:extLst>
          </p:cNvPr>
          <p:cNvSpPr txBox="1"/>
          <p:nvPr/>
        </p:nvSpPr>
        <p:spPr>
          <a:xfrm>
            <a:off x="0" y="3042782"/>
            <a:ext cx="787790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com diferentes serviços</a:t>
            </a:r>
          </a:p>
        </p:txBody>
      </p:sp>
    </p:spTree>
    <p:extLst>
      <p:ext uri="{BB962C8B-B14F-4D97-AF65-F5344CB8AC3E}">
        <p14:creationId xmlns:p14="http://schemas.microsoft.com/office/powerpoint/2010/main" val="67564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419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Delegrego</dc:creator>
  <cp:lastModifiedBy>Henrique Delegrego</cp:lastModifiedBy>
  <cp:revision>4</cp:revision>
  <dcterms:created xsi:type="dcterms:W3CDTF">2026-03-29T23:12:05Z</dcterms:created>
  <dcterms:modified xsi:type="dcterms:W3CDTF">2026-06-28T02:30:14Z</dcterms:modified>
</cp:coreProperties>
</file>